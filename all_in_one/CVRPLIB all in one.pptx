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9" r:id="rId3"/>
    <p:sldId id="273" r:id="rId4"/>
    <p:sldId id="270" r:id="rId5"/>
    <p:sldId id="271" r:id="rId6"/>
    <p:sldId id="274" r:id="rId7"/>
    <p:sldId id="2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9999"/>
    <a:srgbClr val="FF0000"/>
    <a:srgbClr val="9F2936"/>
    <a:srgbClr val="C55A11"/>
    <a:srgbClr val="00B050"/>
    <a:srgbClr val="3FADFF"/>
    <a:srgbClr val="FFC000"/>
    <a:srgbClr val="FFD54F"/>
    <a:srgbClr val="3748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nyu Yao" userId="e1b83ceab3267f38" providerId="LiveId" clId="{5A4BE7F7-7790-4FD7-A20C-916A1B760081}"/>
    <pc:docChg chg="undo custSel addSld delSld modSld">
      <pc:chgData name="Shunyu Yao" userId="e1b83ceab3267f38" providerId="LiveId" clId="{5A4BE7F7-7790-4FD7-A20C-916A1B760081}" dt="2025-08-07T05:45:58.660" v="790" actId="20577"/>
      <pc:docMkLst>
        <pc:docMk/>
      </pc:docMkLst>
      <pc:sldChg chg="modSp mod">
        <pc:chgData name="Shunyu Yao" userId="e1b83ceab3267f38" providerId="LiveId" clId="{5A4BE7F7-7790-4FD7-A20C-916A1B760081}" dt="2025-08-07T02:00:13.859" v="10" actId="20577"/>
        <pc:sldMkLst>
          <pc:docMk/>
          <pc:sldMk cId="4287200556" sldId="256"/>
        </pc:sldMkLst>
      </pc:sldChg>
      <pc:sldChg chg="modSp mod">
        <pc:chgData name="Shunyu Yao" userId="e1b83ceab3267f38" providerId="LiveId" clId="{5A4BE7F7-7790-4FD7-A20C-916A1B760081}" dt="2025-08-07T03:27:18.369" v="699" actId="20577"/>
        <pc:sldMkLst>
          <pc:docMk/>
          <pc:sldMk cId="3658403087" sldId="257"/>
        </pc:sldMkLst>
      </pc:sldChg>
      <pc:sldChg chg="addSp delSp modSp mod">
        <pc:chgData name="Shunyu Yao" userId="e1b83ceab3267f38" providerId="LiveId" clId="{5A4BE7F7-7790-4FD7-A20C-916A1B760081}" dt="2025-08-07T03:26:36.337" v="696" actId="207"/>
        <pc:sldMkLst>
          <pc:docMk/>
          <pc:sldMk cId="2967372780" sldId="258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172541546" sldId="259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2298612505" sldId="261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1405259859" sldId="268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668495488" sldId="269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1692539689" sldId="271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2325468957" sldId="273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2998454987" sldId="274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1098693126" sldId="280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3145616724" sldId="281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788007045" sldId="282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830662708" sldId="286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73284147" sldId="288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4166360238" sldId="289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3350437105" sldId="291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1701716766" sldId="292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2578910560" sldId="296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689266902" sldId="297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2970025657" sldId="298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1622058348" sldId="299"/>
        </pc:sldMkLst>
      </pc:sldChg>
      <pc:sldChg chg="del">
        <pc:chgData name="Shunyu Yao" userId="e1b83ceab3267f38" providerId="LiveId" clId="{5A4BE7F7-7790-4FD7-A20C-916A1B760081}" dt="2025-08-07T03:27:04.680" v="697" actId="47"/>
        <pc:sldMkLst>
          <pc:docMk/>
          <pc:sldMk cId="3190952961" sldId="301"/>
        </pc:sldMkLst>
      </pc:sldChg>
      <pc:sldChg chg="new del">
        <pc:chgData name="Shunyu Yao" userId="e1b83ceab3267f38" providerId="LiveId" clId="{5A4BE7F7-7790-4FD7-A20C-916A1B760081}" dt="2025-08-07T02:06:05.927" v="470" actId="47"/>
        <pc:sldMkLst>
          <pc:docMk/>
          <pc:sldMk cId="653035564" sldId="303"/>
        </pc:sldMkLst>
      </pc:sldChg>
      <pc:sldChg chg="addSp delSp modSp new mod">
        <pc:chgData name="Shunyu Yao" userId="e1b83ceab3267f38" providerId="LiveId" clId="{5A4BE7F7-7790-4FD7-A20C-916A1B760081}" dt="2025-08-07T05:06:13.651" v="712" actId="14100"/>
        <pc:sldMkLst>
          <pc:docMk/>
          <pc:sldMk cId="2608064073" sldId="303"/>
        </pc:sldMkLst>
      </pc:sldChg>
      <pc:sldChg chg="addSp delSp modSp new mod">
        <pc:chgData name="Shunyu Yao" userId="e1b83ceab3267f38" providerId="LiveId" clId="{5A4BE7F7-7790-4FD7-A20C-916A1B760081}" dt="2025-08-07T05:23:41.456" v="734" actId="1076"/>
        <pc:sldMkLst>
          <pc:docMk/>
          <pc:sldMk cId="1767523669" sldId="304"/>
        </pc:sldMkLst>
      </pc:sldChg>
      <pc:sldChg chg="addSp delSp modSp new mod">
        <pc:chgData name="Shunyu Yao" userId="e1b83ceab3267f38" providerId="LiveId" clId="{5A4BE7F7-7790-4FD7-A20C-916A1B760081}" dt="2025-08-07T05:24:22.889" v="739" actId="1076"/>
        <pc:sldMkLst>
          <pc:docMk/>
          <pc:sldMk cId="3373966607" sldId="305"/>
        </pc:sldMkLst>
      </pc:sldChg>
      <pc:sldChg chg="addSp delSp modSp new mod">
        <pc:chgData name="Shunyu Yao" userId="e1b83ceab3267f38" providerId="LiveId" clId="{5A4BE7F7-7790-4FD7-A20C-916A1B760081}" dt="2025-08-07T05:45:19.423" v="747"/>
        <pc:sldMkLst>
          <pc:docMk/>
          <pc:sldMk cId="2611906676" sldId="306"/>
        </pc:sldMkLst>
      </pc:sldChg>
      <pc:sldChg chg="modSp new mod">
        <pc:chgData name="Shunyu Yao" userId="e1b83ceab3267f38" providerId="LiveId" clId="{5A4BE7F7-7790-4FD7-A20C-916A1B760081}" dt="2025-08-07T05:45:58.660" v="790" actId="20577"/>
        <pc:sldMkLst>
          <pc:docMk/>
          <pc:sldMk cId="821199821" sldId="307"/>
        </pc:sldMkLst>
      </pc:sldChg>
    </pc:docChg>
  </pc:docChgLst>
  <pc:docChgLst>
    <pc:chgData name="Shunyu Yao" userId="e1b83ceab3267f38" providerId="LiveId" clId="{BE223232-48C7-4725-8721-5781ECF1D5EB}"/>
    <pc:docChg chg="undo custSel addSld delSld modSld sldOrd delMainMaster">
      <pc:chgData name="Shunyu Yao" userId="e1b83ceab3267f38" providerId="LiveId" clId="{BE223232-48C7-4725-8721-5781ECF1D5EB}" dt="2025-10-18T01:53:53.967" v="2930" actId="20577"/>
      <pc:docMkLst>
        <pc:docMk/>
      </pc:docMkLst>
      <pc:sldChg chg="modSp mod">
        <pc:chgData name="Shunyu Yao" userId="e1b83ceab3267f38" providerId="LiveId" clId="{BE223232-48C7-4725-8721-5781ECF1D5EB}" dt="2025-10-18T01:42:23.708" v="2575" actId="20577"/>
        <pc:sldMkLst>
          <pc:docMk/>
          <pc:sldMk cId="4287200556" sldId="256"/>
        </pc:sldMkLst>
        <pc:spChg chg="mod">
          <ac:chgData name="Shunyu Yao" userId="e1b83ceab3267f38" providerId="LiveId" clId="{BE223232-48C7-4725-8721-5781ECF1D5EB}" dt="2025-10-18T00:28:26.923" v="1674" actId="20577"/>
          <ac:spMkLst>
            <pc:docMk/>
            <pc:sldMk cId="4287200556" sldId="256"/>
            <ac:spMk id="2" creationId="{4AD7971B-5C30-F14C-1285-FD2EF6F8D905}"/>
          </ac:spMkLst>
        </pc:spChg>
        <pc:spChg chg="mod">
          <ac:chgData name="Shunyu Yao" userId="e1b83ceab3267f38" providerId="LiveId" clId="{BE223232-48C7-4725-8721-5781ECF1D5EB}" dt="2025-10-18T01:42:23.708" v="2575" actId="20577"/>
          <ac:spMkLst>
            <pc:docMk/>
            <pc:sldMk cId="4287200556" sldId="256"/>
            <ac:spMk id="3" creationId="{EF43BEF0-4B63-0487-46BD-F0F0C36ABCA5}"/>
          </ac:spMkLst>
        </pc:spChg>
      </pc:sldChg>
      <pc:sldChg chg="addSp delSp modSp mod">
        <pc:chgData name="Shunyu Yao" userId="e1b83ceab3267f38" providerId="LiveId" clId="{BE223232-48C7-4725-8721-5781ECF1D5EB}" dt="2025-10-18T00:29:28.517" v="1679" actId="22"/>
        <pc:sldMkLst>
          <pc:docMk/>
          <pc:sldMk cId="3658403087" sldId="257"/>
        </pc:sldMkLst>
        <pc:spChg chg="del">
          <ac:chgData name="Shunyu Yao" userId="e1b83ceab3267f38" providerId="LiveId" clId="{BE223232-48C7-4725-8721-5781ECF1D5EB}" dt="2025-10-18T00:28:35.378" v="1675" actId="478"/>
          <ac:spMkLst>
            <pc:docMk/>
            <pc:sldMk cId="3658403087" sldId="257"/>
            <ac:spMk id="2" creationId="{D5D7FDEE-8790-9877-A481-2962DC5C2F26}"/>
          </ac:spMkLst>
        </pc:spChg>
        <pc:spChg chg="del mod">
          <ac:chgData name="Shunyu Yao" userId="e1b83ceab3267f38" providerId="LiveId" clId="{BE223232-48C7-4725-8721-5781ECF1D5EB}" dt="2025-10-18T00:28:37.877" v="1676" actId="478"/>
          <ac:spMkLst>
            <pc:docMk/>
            <pc:sldMk cId="3658403087" sldId="257"/>
            <ac:spMk id="3" creationId="{B572370A-0F15-3886-EA85-85CC50BCD9EE}"/>
          </ac:spMkLst>
        </pc:spChg>
        <pc:spChg chg="add del mod">
          <ac:chgData name="Shunyu Yao" userId="e1b83ceab3267f38" providerId="LiveId" clId="{BE223232-48C7-4725-8721-5781ECF1D5EB}" dt="2025-10-18T00:28:38.938" v="1677" actId="478"/>
          <ac:spMkLst>
            <pc:docMk/>
            <pc:sldMk cId="3658403087" sldId="257"/>
            <ac:spMk id="6" creationId="{37EBE1D8-3D9F-7492-1794-4B9E94945092}"/>
          </ac:spMkLst>
        </pc:spChg>
        <pc:spChg chg="add del mod">
          <ac:chgData name="Shunyu Yao" userId="e1b83ceab3267f38" providerId="LiveId" clId="{BE223232-48C7-4725-8721-5781ECF1D5EB}" dt="2025-10-18T00:28:39.627" v="1678" actId="478"/>
          <ac:spMkLst>
            <pc:docMk/>
            <pc:sldMk cId="3658403087" sldId="257"/>
            <ac:spMk id="8" creationId="{43D6B320-78BF-6544-0416-A758D3804F55}"/>
          </ac:spMkLst>
        </pc:spChg>
        <pc:picChg chg="add">
          <ac:chgData name="Shunyu Yao" userId="e1b83ceab3267f38" providerId="LiveId" clId="{BE223232-48C7-4725-8721-5781ECF1D5EB}" dt="2025-10-18T00:29:28.517" v="1679" actId="22"/>
          <ac:picMkLst>
            <pc:docMk/>
            <pc:sldMk cId="3658403087" sldId="257"/>
            <ac:picMk id="10" creationId="{456BDA92-7798-E9E8-5F79-079B551BE6BC}"/>
          </ac:picMkLst>
        </pc:picChg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2967372780" sldId="258"/>
        </pc:sldMkLst>
      </pc:sldChg>
      <pc:sldChg chg="addSp delSp modSp new mod">
        <pc:chgData name="Shunyu Yao" userId="e1b83ceab3267f38" providerId="LiveId" clId="{BE223232-48C7-4725-8721-5781ECF1D5EB}" dt="2025-10-18T00:34:33.484" v="1742" actId="1076"/>
        <pc:sldMkLst>
          <pc:docMk/>
          <pc:sldMk cId="2148603078" sldId="268"/>
        </pc:sldMkLst>
        <pc:spChg chg="mod">
          <ac:chgData name="Shunyu Yao" userId="e1b83ceab3267f38" providerId="LiveId" clId="{BE223232-48C7-4725-8721-5781ECF1D5EB}" dt="2025-10-18T00:31:43.341" v="1707" actId="20577"/>
          <ac:spMkLst>
            <pc:docMk/>
            <pc:sldMk cId="2148603078" sldId="268"/>
            <ac:spMk id="2" creationId="{1BF81DE0-0E29-8C6C-A08A-2FC66E342275}"/>
          </ac:spMkLst>
        </pc:spChg>
        <pc:spChg chg="mod">
          <ac:chgData name="Shunyu Yao" userId="e1b83ceab3267f38" providerId="LiveId" clId="{BE223232-48C7-4725-8721-5781ECF1D5EB}" dt="2025-10-18T00:34:20.084" v="1738" actId="20577"/>
          <ac:spMkLst>
            <pc:docMk/>
            <pc:sldMk cId="2148603078" sldId="268"/>
            <ac:spMk id="3" creationId="{E143A8D6-3E2C-79DB-4559-62D32E71890A}"/>
          </ac:spMkLst>
        </pc:spChg>
        <pc:picChg chg="add del">
          <ac:chgData name="Shunyu Yao" userId="e1b83ceab3267f38" providerId="LiveId" clId="{BE223232-48C7-4725-8721-5781ECF1D5EB}" dt="2025-10-18T00:31:18.534" v="1693" actId="22"/>
          <ac:picMkLst>
            <pc:docMk/>
            <pc:sldMk cId="2148603078" sldId="268"/>
            <ac:picMk id="6" creationId="{32E4F091-8C6D-72A1-02D7-FC9ACFBFE5D7}"/>
          </ac:picMkLst>
        </pc:picChg>
        <pc:picChg chg="add mod">
          <ac:chgData name="Shunyu Yao" userId="e1b83ceab3267f38" providerId="LiveId" clId="{BE223232-48C7-4725-8721-5781ECF1D5EB}" dt="2025-10-18T00:34:33.484" v="1742" actId="1076"/>
          <ac:picMkLst>
            <pc:docMk/>
            <pc:sldMk cId="2148603078" sldId="268"/>
            <ac:picMk id="8" creationId="{90A9443B-72D1-FBC6-9283-8FEA4876B243}"/>
          </ac:picMkLst>
        </pc:picChg>
      </pc:sldChg>
      <pc:sldChg chg="addSp delSp modSp new mod">
        <pc:chgData name="Shunyu Yao" userId="e1b83ceab3267f38" providerId="LiveId" clId="{BE223232-48C7-4725-8721-5781ECF1D5EB}" dt="2025-10-18T00:50:24.141" v="1856" actId="1076"/>
        <pc:sldMkLst>
          <pc:docMk/>
          <pc:sldMk cId="3566758158" sldId="269"/>
        </pc:sldMkLst>
        <pc:spChg chg="mod">
          <ac:chgData name="Shunyu Yao" userId="e1b83ceab3267f38" providerId="LiveId" clId="{BE223232-48C7-4725-8721-5781ECF1D5EB}" dt="2025-10-18T00:38:54.790" v="1749" actId="20577"/>
          <ac:spMkLst>
            <pc:docMk/>
            <pc:sldMk cId="3566758158" sldId="269"/>
            <ac:spMk id="2" creationId="{D9D18213-FFAD-5925-361E-D87F0A6F859B}"/>
          </ac:spMkLst>
        </pc:spChg>
        <pc:spChg chg="mod">
          <ac:chgData name="Shunyu Yao" userId="e1b83ceab3267f38" providerId="LiveId" clId="{BE223232-48C7-4725-8721-5781ECF1D5EB}" dt="2025-10-18T00:50:04.833" v="1825" actId="14100"/>
          <ac:spMkLst>
            <pc:docMk/>
            <pc:sldMk cId="3566758158" sldId="269"/>
            <ac:spMk id="3" creationId="{51038522-1E14-82C6-7C59-36532A74B0EF}"/>
          </ac:spMkLst>
        </pc:spChg>
        <pc:spChg chg="add mod">
          <ac:chgData name="Shunyu Yao" userId="e1b83ceab3267f38" providerId="LiveId" clId="{BE223232-48C7-4725-8721-5781ECF1D5EB}" dt="2025-10-18T00:50:19.064" v="1855" actId="1076"/>
          <ac:spMkLst>
            <pc:docMk/>
            <pc:sldMk cId="3566758158" sldId="269"/>
            <ac:spMk id="9" creationId="{3DC18724-48D0-F003-B4B2-1B612D43A4A1}"/>
          </ac:spMkLst>
        </pc:spChg>
        <pc:spChg chg="add mod">
          <ac:chgData name="Shunyu Yao" userId="e1b83ceab3267f38" providerId="LiveId" clId="{BE223232-48C7-4725-8721-5781ECF1D5EB}" dt="2025-10-18T00:50:19.064" v="1855" actId="1076"/>
          <ac:spMkLst>
            <pc:docMk/>
            <pc:sldMk cId="3566758158" sldId="269"/>
            <ac:spMk id="10" creationId="{F2C19B3B-10CB-DE68-9ACD-D27AC9EB6EC7}"/>
          </ac:spMkLst>
        </pc:spChg>
        <pc:spChg chg="add mod">
          <ac:chgData name="Shunyu Yao" userId="e1b83ceab3267f38" providerId="LiveId" clId="{BE223232-48C7-4725-8721-5781ECF1D5EB}" dt="2025-10-18T00:50:19.064" v="1855" actId="1076"/>
          <ac:spMkLst>
            <pc:docMk/>
            <pc:sldMk cId="3566758158" sldId="269"/>
            <ac:spMk id="11" creationId="{C5E1F3A6-ADF7-C48B-BBE3-97441021B2E1}"/>
          </ac:spMkLst>
        </pc:spChg>
        <pc:spChg chg="add del mod">
          <ac:chgData name="Shunyu Yao" userId="e1b83ceab3267f38" providerId="LiveId" clId="{BE223232-48C7-4725-8721-5781ECF1D5EB}" dt="2025-10-18T00:49:21.300" v="1813" actId="478"/>
          <ac:spMkLst>
            <pc:docMk/>
            <pc:sldMk cId="3566758158" sldId="269"/>
            <ac:spMk id="14" creationId="{81060F37-746D-200C-B14C-66BE31D6488D}"/>
          </ac:spMkLst>
        </pc:spChg>
        <pc:spChg chg="add mod">
          <ac:chgData name="Shunyu Yao" userId="e1b83ceab3267f38" providerId="LiveId" clId="{BE223232-48C7-4725-8721-5781ECF1D5EB}" dt="2025-10-18T00:49:54.323" v="1824"/>
          <ac:spMkLst>
            <pc:docMk/>
            <pc:sldMk cId="3566758158" sldId="269"/>
            <ac:spMk id="17" creationId="{BAAD991D-7B13-644D-03DE-9B2E8CCA37E4}"/>
          </ac:spMkLst>
        </pc:spChg>
        <pc:picChg chg="add mod">
          <ac:chgData name="Shunyu Yao" userId="e1b83ceab3267f38" providerId="LiveId" clId="{BE223232-48C7-4725-8721-5781ECF1D5EB}" dt="2025-10-18T00:50:24.141" v="1856" actId="1076"/>
          <ac:picMkLst>
            <pc:docMk/>
            <pc:sldMk cId="3566758158" sldId="269"/>
            <ac:picMk id="6" creationId="{EA78B00B-AAA0-721E-515B-D15C3A8B2C58}"/>
          </ac:picMkLst>
        </pc:picChg>
        <pc:picChg chg="add mod">
          <ac:chgData name="Shunyu Yao" userId="e1b83ceab3267f38" providerId="LiveId" clId="{BE223232-48C7-4725-8721-5781ECF1D5EB}" dt="2025-10-18T00:50:19.064" v="1855" actId="1076"/>
          <ac:picMkLst>
            <pc:docMk/>
            <pc:sldMk cId="3566758158" sldId="269"/>
            <ac:picMk id="8" creationId="{A056F1B6-8A32-82A3-0727-E44913B9401B}"/>
          </ac:picMkLst>
        </pc:picChg>
        <pc:picChg chg="add del mod">
          <ac:chgData name="Shunyu Yao" userId="e1b83ceab3267f38" providerId="LiveId" clId="{BE223232-48C7-4725-8721-5781ECF1D5EB}" dt="2025-10-18T00:49:19.393" v="1812" actId="478"/>
          <ac:picMkLst>
            <pc:docMk/>
            <pc:sldMk cId="3566758158" sldId="269"/>
            <ac:picMk id="13" creationId="{AB691797-1237-F260-900B-50B3E92C909F}"/>
          </ac:picMkLst>
        </pc:picChg>
        <pc:picChg chg="add del mod">
          <ac:chgData name="Shunyu Yao" userId="e1b83ceab3267f38" providerId="LiveId" clId="{BE223232-48C7-4725-8721-5781ECF1D5EB}" dt="2025-10-18T00:49:31.844" v="1818" actId="21"/>
          <ac:picMkLst>
            <pc:docMk/>
            <pc:sldMk cId="3566758158" sldId="269"/>
            <ac:picMk id="16" creationId="{41A87FC8-96D4-5B42-95F0-D406143DAF2A}"/>
          </ac:picMkLst>
        </pc:picChg>
      </pc:sldChg>
      <pc:sldChg chg="addSp modSp new mod">
        <pc:chgData name="Shunyu Yao" userId="e1b83ceab3267f38" providerId="LiveId" clId="{BE223232-48C7-4725-8721-5781ECF1D5EB}" dt="2025-10-18T00:50:31.727" v="1858" actId="14100"/>
        <pc:sldMkLst>
          <pc:docMk/>
          <pc:sldMk cId="577744717" sldId="270"/>
        </pc:sldMkLst>
        <pc:spChg chg="mod">
          <ac:chgData name="Shunyu Yao" userId="e1b83ceab3267f38" providerId="LiveId" clId="{BE223232-48C7-4725-8721-5781ECF1D5EB}" dt="2025-10-18T00:49:43.268" v="1822"/>
          <ac:spMkLst>
            <pc:docMk/>
            <pc:sldMk cId="577744717" sldId="270"/>
            <ac:spMk id="2" creationId="{ADFBF142-BEDC-FF28-102C-9D61F4FA4B94}"/>
          </ac:spMkLst>
        </pc:spChg>
        <pc:spChg chg="mod">
          <ac:chgData name="Shunyu Yao" userId="e1b83ceab3267f38" providerId="LiveId" clId="{BE223232-48C7-4725-8721-5781ECF1D5EB}" dt="2025-10-18T00:49:40.195" v="1821"/>
          <ac:spMkLst>
            <pc:docMk/>
            <pc:sldMk cId="577744717" sldId="270"/>
            <ac:spMk id="3" creationId="{401683F4-4549-5CD9-24BA-6594856DCAA1}"/>
          </ac:spMkLst>
        </pc:spChg>
        <pc:picChg chg="add mod">
          <ac:chgData name="Shunyu Yao" userId="e1b83ceab3267f38" providerId="LiveId" clId="{BE223232-48C7-4725-8721-5781ECF1D5EB}" dt="2025-10-18T00:50:26.529" v="1857"/>
          <ac:picMkLst>
            <pc:docMk/>
            <pc:sldMk cId="577744717" sldId="270"/>
            <ac:picMk id="5" creationId="{A406647A-82B8-C6B8-57A3-2A88F3039C3C}"/>
          </ac:picMkLst>
        </pc:picChg>
        <pc:picChg chg="add mod">
          <ac:chgData name="Shunyu Yao" userId="e1b83ceab3267f38" providerId="LiveId" clId="{BE223232-48C7-4725-8721-5781ECF1D5EB}" dt="2025-10-18T00:50:31.727" v="1858" actId="14100"/>
          <ac:picMkLst>
            <pc:docMk/>
            <pc:sldMk cId="577744717" sldId="270"/>
            <ac:picMk id="16" creationId="{41A87FC8-96D4-5B42-95F0-D406143DAF2A}"/>
          </ac:picMkLst>
        </pc:picChg>
      </pc:sldChg>
      <pc:sldChg chg="addSp modSp new mod">
        <pc:chgData name="Shunyu Yao" userId="e1b83ceab3267f38" providerId="LiveId" clId="{BE223232-48C7-4725-8721-5781ECF1D5EB}" dt="2025-10-18T01:03:00.454" v="2117" actId="20577"/>
        <pc:sldMkLst>
          <pc:docMk/>
          <pc:sldMk cId="1060718420" sldId="271"/>
        </pc:sldMkLst>
        <pc:spChg chg="mod">
          <ac:chgData name="Shunyu Yao" userId="e1b83ceab3267f38" providerId="LiveId" clId="{BE223232-48C7-4725-8721-5781ECF1D5EB}" dt="2025-10-18T00:52:06.500" v="1860"/>
          <ac:spMkLst>
            <pc:docMk/>
            <pc:sldMk cId="1060718420" sldId="271"/>
            <ac:spMk id="2" creationId="{E9A5F26B-4117-D068-22D0-D6CBDEFED8F5}"/>
          </ac:spMkLst>
        </pc:spChg>
        <pc:spChg chg="mod">
          <ac:chgData name="Shunyu Yao" userId="e1b83ceab3267f38" providerId="LiveId" clId="{BE223232-48C7-4725-8721-5781ECF1D5EB}" dt="2025-10-18T01:03:00.454" v="2117" actId="20577"/>
          <ac:spMkLst>
            <pc:docMk/>
            <pc:sldMk cId="1060718420" sldId="271"/>
            <ac:spMk id="3" creationId="{AD81BE06-F139-C791-F9BA-180143301497}"/>
          </ac:spMkLst>
        </pc:spChg>
        <pc:spChg chg="add mod">
          <ac:chgData name="Shunyu Yao" userId="e1b83ceab3267f38" providerId="LiveId" clId="{BE223232-48C7-4725-8721-5781ECF1D5EB}" dt="2025-10-18T01:01:28.182" v="2090" actId="14100"/>
          <ac:spMkLst>
            <pc:docMk/>
            <pc:sldMk cId="1060718420" sldId="271"/>
            <ac:spMk id="11" creationId="{21DA338A-5E0B-E0C0-0FC9-D0D77835F41D}"/>
          </ac:spMkLst>
        </pc:spChg>
        <pc:spChg chg="add mod">
          <ac:chgData name="Shunyu Yao" userId="e1b83ceab3267f38" providerId="LiveId" clId="{BE223232-48C7-4725-8721-5781ECF1D5EB}" dt="2025-10-18T01:01:45.935" v="2093" actId="14100"/>
          <ac:spMkLst>
            <pc:docMk/>
            <pc:sldMk cId="1060718420" sldId="271"/>
            <ac:spMk id="12" creationId="{D46BAEAF-8034-3FFD-E190-BEE61390C844}"/>
          </ac:spMkLst>
        </pc:spChg>
        <pc:picChg chg="add mod">
          <ac:chgData name="Shunyu Yao" userId="e1b83ceab3267f38" providerId="LiveId" clId="{BE223232-48C7-4725-8721-5781ECF1D5EB}" dt="2025-10-18T00:53:26.519" v="1886" actId="1076"/>
          <ac:picMkLst>
            <pc:docMk/>
            <pc:sldMk cId="1060718420" sldId="271"/>
            <ac:picMk id="6" creationId="{DAA58EAB-1A10-A65F-A382-8B3AC4E1C859}"/>
          </ac:picMkLst>
        </pc:picChg>
        <pc:picChg chg="add mod">
          <ac:chgData name="Shunyu Yao" userId="e1b83ceab3267f38" providerId="LiveId" clId="{BE223232-48C7-4725-8721-5781ECF1D5EB}" dt="2025-10-18T01:02:49.670" v="2107" actId="1076"/>
          <ac:picMkLst>
            <pc:docMk/>
            <pc:sldMk cId="1060718420" sldId="271"/>
            <ac:picMk id="8" creationId="{370829BA-E174-773F-2B8A-BEC948F78416}"/>
          </ac:picMkLst>
        </pc:picChg>
        <pc:picChg chg="add mod">
          <ac:chgData name="Shunyu Yao" userId="e1b83ceab3267f38" providerId="LiveId" clId="{BE223232-48C7-4725-8721-5781ECF1D5EB}" dt="2025-10-18T01:02:49.670" v="2107" actId="1076"/>
          <ac:picMkLst>
            <pc:docMk/>
            <pc:sldMk cId="1060718420" sldId="271"/>
            <ac:picMk id="10" creationId="{A071C788-3FEF-582F-00B2-9FFCB05B54EA}"/>
          </ac:picMkLst>
        </pc:picChg>
      </pc:sldChg>
      <pc:sldChg chg="addSp delSp modSp new mod">
        <pc:chgData name="Shunyu Yao" userId="e1b83ceab3267f38" providerId="LiveId" clId="{BE223232-48C7-4725-8721-5781ECF1D5EB}" dt="2025-10-18T01:22:23.014" v="2316" actId="20577"/>
        <pc:sldMkLst>
          <pc:docMk/>
          <pc:sldMk cId="1399241259" sldId="272"/>
        </pc:sldMkLst>
        <pc:spChg chg="mod">
          <ac:chgData name="Shunyu Yao" userId="e1b83ceab3267f38" providerId="LiveId" clId="{BE223232-48C7-4725-8721-5781ECF1D5EB}" dt="2025-10-18T01:01:59.568" v="2094"/>
          <ac:spMkLst>
            <pc:docMk/>
            <pc:sldMk cId="1399241259" sldId="272"/>
            <ac:spMk id="2" creationId="{718ADD98-B3B4-7EE0-F47A-73F5846FF50A}"/>
          </ac:spMkLst>
        </pc:spChg>
        <pc:spChg chg="mod">
          <ac:chgData name="Shunyu Yao" userId="e1b83ceab3267f38" providerId="LiveId" clId="{BE223232-48C7-4725-8721-5781ECF1D5EB}" dt="2025-10-18T01:22:23.014" v="2316" actId="20577"/>
          <ac:spMkLst>
            <pc:docMk/>
            <pc:sldMk cId="1399241259" sldId="272"/>
            <ac:spMk id="3" creationId="{9134DA20-DD7E-43BB-713C-773A27C7F96E}"/>
          </ac:spMkLst>
        </pc:spChg>
        <pc:picChg chg="add del mod">
          <ac:chgData name="Shunyu Yao" userId="e1b83ceab3267f38" providerId="LiveId" clId="{BE223232-48C7-4725-8721-5781ECF1D5EB}" dt="2025-10-18T01:03:47.689" v="2122" actId="478"/>
          <ac:picMkLst>
            <pc:docMk/>
            <pc:sldMk cId="1399241259" sldId="272"/>
            <ac:picMk id="5" creationId="{670C454A-82F2-9DEA-493D-83915D7F9F3C}"/>
          </ac:picMkLst>
        </pc:picChg>
        <pc:picChg chg="add del mod">
          <ac:chgData name="Shunyu Yao" userId="e1b83ceab3267f38" providerId="LiveId" clId="{BE223232-48C7-4725-8721-5781ECF1D5EB}" dt="2025-10-18T01:06:38.087" v="2212" actId="478"/>
          <ac:picMkLst>
            <pc:docMk/>
            <pc:sldMk cId="1399241259" sldId="272"/>
            <ac:picMk id="7" creationId="{44820B1C-F594-8BC3-568D-E91805CAAA48}"/>
          </ac:picMkLst>
        </pc:picChg>
        <pc:picChg chg="add mod">
          <ac:chgData name="Shunyu Yao" userId="e1b83ceab3267f38" providerId="LiveId" clId="{BE223232-48C7-4725-8721-5781ECF1D5EB}" dt="2025-10-18T01:19:20.665" v="2253" actId="1035"/>
          <ac:picMkLst>
            <pc:docMk/>
            <pc:sldMk cId="1399241259" sldId="272"/>
            <ac:picMk id="9" creationId="{8F5F4F7A-9867-C148-758C-93D2431BE65B}"/>
          </ac:picMkLst>
        </pc:picChg>
        <pc:picChg chg="add mod">
          <ac:chgData name="Shunyu Yao" userId="e1b83ceab3267f38" providerId="LiveId" clId="{BE223232-48C7-4725-8721-5781ECF1D5EB}" dt="2025-10-18T01:19:20.665" v="2253" actId="1035"/>
          <ac:picMkLst>
            <pc:docMk/>
            <pc:sldMk cId="1399241259" sldId="272"/>
            <ac:picMk id="11" creationId="{0591F0EC-A637-F6B1-24FB-200DC1EFBD2F}"/>
          </ac:picMkLst>
        </pc:picChg>
      </pc:sldChg>
      <pc:sldChg chg="addSp modSp new mod">
        <pc:chgData name="Shunyu Yao" userId="e1b83ceab3267f38" providerId="LiveId" clId="{BE223232-48C7-4725-8721-5781ECF1D5EB}" dt="2025-10-18T01:33:43.184" v="2523" actId="1076"/>
        <pc:sldMkLst>
          <pc:docMk/>
          <pc:sldMk cId="2063254809" sldId="273"/>
        </pc:sldMkLst>
        <pc:spChg chg="mod">
          <ac:chgData name="Shunyu Yao" userId="e1b83ceab3267f38" providerId="LiveId" clId="{BE223232-48C7-4725-8721-5781ECF1D5EB}" dt="2025-10-18T01:23:36.585" v="2318"/>
          <ac:spMkLst>
            <pc:docMk/>
            <pc:sldMk cId="2063254809" sldId="273"/>
            <ac:spMk id="2" creationId="{12510D18-051D-05EE-20A3-736FA0BEB99C}"/>
          </ac:spMkLst>
        </pc:spChg>
        <pc:spChg chg="mod">
          <ac:chgData name="Shunyu Yao" userId="e1b83ceab3267f38" providerId="LiveId" clId="{BE223232-48C7-4725-8721-5781ECF1D5EB}" dt="2025-10-18T01:32:59.331" v="2515"/>
          <ac:spMkLst>
            <pc:docMk/>
            <pc:sldMk cId="2063254809" sldId="273"/>
            <ac:spMk id="3" creationId="{E620D53F-0474-E91B-9CBF-6E6F6D187357}"/>
          </ac:spMkLst>
        </pc:spChg>
        <pc:picChg chg="add mod">
          <ac:chgData name="Shunyu Yao" userId="e1b83ceab3267f38" providerId="LiveId" clId="{BE223232-48C7-4725-8721-5781ECF1D5EB}" dt="2025-10-18T01:27:37.080" v="2407" actId="14100"/>
          <ac:picMkLst>
            <pc:docMk/>
            <pc:sldMk cId="2063254809" sldId="273"/>
            <ac:picMk id="6" creationId="{7269D655-3EEB-E0DE-5A23-971BDDD689C4}"/>
          </ac:picMkLst>
        </pc:picChg>
        <pc:picChg chg="add mod">
          <ac:chgData name="Shunyu Yao" userId="e1b83ceab3267f38" providerId="LiveId" clId="{BE223232-48C7-4725-8721-5781ECF1D5EB}" dt="2025-10-18T01:33:43.184" v="2523" actId="1076"/>
          <ac:picMkLst>
            <pc:docMk/>
            <pc:sldMk cId="2063254809" sldId="273"/>
            <ac:picMk id="8" creationId="{197AC022-EF93-B274-443E-995C4D577E54}"/>
          </ac:picMkLst>
        </pc:picChg>
      </pc:sldChg>
      <pc:sldChg chg="addSp modSp new mod">
        <pc:chgData name="Shunyu Yao" userId="e1b83ceab3267f38" providerId="LiveId" clId="{BE223232-48C7-4725-8721-5781ECF1D5EB}" dt="2025-10-18T01:34:45.494" v="2530" actId="1076"/>
        <pc:sldMkLst>
          <pc:docMk/>
          <pc:sldMk cId="3279245687" sldId="274"/>
        </pc:sldMkLst>
        <pc:spChg chg="mod">
          <ac:chgData name="Shunyu Yao" userId="e1b83ceab3267f38" providerId="LiveId" clId="{BE223232-48C7-4725-8721-5781ECF1D5EB}" dt="2025-10-18T01:34:12.938" v="2525"/>
          <ac:spMkLst>
            <pc:docMk/>
            <pc:sldMk cId="3279245687" sldId="274"/>
            <ac:spMk id="2" creationId="{8351AB27-0D1A-5ECD-7967-EA432D6AC015}"/>
          </ac:spMkLst>
        </pc:spChg>
        <pc:spChg chg="mod">
          <ac:chgData name="Shunyu Yao" userId="e1b83ceab3267f38" providerId="LiveId" clId="{BE223232-48C7-4725-8721-5781ECF1D5EB}" dt="2025-10-18T01:34:17.423" v="2526"/>
          <ac:spMkLst>
            <pc:docMk/>
            <pc:sldMk cId="3279245687" sldId="274"/>
            <ac:spMk id="3" creationId="{7459AD09-AC09-1CEA-07B7-7B7BF6CD30F9}"/>
          </ac:spMkLst>
        </pc:spChg>
        <pc:picChg chg="add mod">
          <ac:chgData name="Shunyu Yao" userId="e1b83ceab3267f38" providerId="LiveId" clId="{BE223232-48C7-4725-8721-5781ECF1D5EB}" dt="2025-10-18T01:34:45.494" v="2530" actId="1076"/>
          <ac:picMkLst>
            <pc:docMk/>
            <pc:sldMk cId="3279245687" sldId="274"/>
            <ac:picMk id="6" creationId="{4DB16CED-07E3-A067-EC80-81C19F050728}"/>
          </ac:picMkLst>
        </pc:picChg>
      </pc:sldChg>
      <pc:sldChg chg="addSp delSp modSp new mod">
        <pc:chgData name="Shunyu Yao" userId="e1b83ceab3267f38" providerId="LiveId" clId="{BE223232-48C7-4725-8721-5781ECF1D5EB}" dt="2025-10-18T01:38:01.726" v="2545" actId="1076"/>
        <pc:sldMkLst>
          <pc:docMk/>
          <pc:sldMk cId="1804693617" sldId="275"/>
        </pc:sldMkLst>
        <pc:spChg chg="del mod">
          <ac:chgData name="Shunyu Yao" userId="e1b83ceab3267f38" providerId="LiveId" clId="{BE223232-48C7-4725-8721-5781ECF1D5EB}" dt="2025-10-18T01:37:36.714" v="2540" actId="478"/>
          <ac:spMkLst>
            <pc:docMk/>
            <pc:sldMk cId="1804693617" sldId="275"/>
            <ac:spMk id="2" creationId="{88751BD7-A661-DE4C-E2DD-17F37BA4AE40}"/>
          </ac:spMkLst>
        </pc:spChg>
        <pc:spChg chg="del">
          <ac:chgData name="Shunyu Yao" userId="e1b83ceab3267f38" providerId="LiveId" clId="{BE223232-48C7-4725-8721-5781ECF1D5EB}" dt="2025-10-18T01:35:53.106" v="2532" actId="22"/>
          <ac:spMkLst>
            <pc:docMk/>
            <pc:sldMk cId="1804693617" sldId="275"/>
            <ac:spMk id="3" creationId="{C37E6540-E839-C62B-3BE6-C02946045789}"/>
          </ac:spMkLst>
        </pc:spChg>
        <pc:spChg chg="add del mod">
          <ac:chgData name="Shunyu Yao" userId="e1b83ceab3267f38" providerId="LiveId" clId="{BE223232-48C7-4725-8721-5781ECF1D5EB}" dt="2025-10-18T01:37:19.284" v="2537" actId="478"/>
          <ac:spMkLst>
            <pc:docMk/>
            <pc:sldMk cId="1804693617" sldId="275"/>
            <ac:spMk id="8" creationId="{6F607E14-87E0-277D-2719-2D745341657D}"/>
          </ac:spMkLst>
        </pc:spChg>
        <pc:spChg chg="add del mod">
          <ac:chgData name="Shunyu Yao" userId="e1b83ceab3267f38" providerId="LiveId" clId="{BE223232-48C7-4725-8721-5781ECF1D5EB}" dt="2025-10-18T01:37:38.424" v="2541" actId="478"/>
          <ac:spMkLst>
            <pc:docMk/>
            <pc:sldMk cId="1804693617" sldId="275"/>
            <ac:spMk id="12" creationId="{329057DA-B67B-CDBB-9835-C3725DB054C3}"/>
          </ac:spMkLst>
        </pc:spChg>
        <pc:picChg chg="add del mod ord">
          <ac:chgData name="Shunyu Yao" userId="e1b83ceab3267f38" providerId="LiveId" clId="{BE223232-48C7-4725-8721-5781ECF1D5EB}" dt="2025-10-18T01:37:16.803" v="2536" actId="478"/>
          <ac:picMkLst>
            <pc:docMk/>
            <pc:sldMk cId="1804693617" sldId="275"/>
            <ac:picMk id="6" creationId="{8A90987E-60B7-CD1B-5D89-C98A8B04E862}"/>
          </ac:picMkLst>
        </pc:picChg>
        <pc:picChg chg="add del mod">
          <ac:chgData name="Shunyu Yao" userId="e1b83ceab3267f38" providerId="LiveId" clId="{BE223232-48C7-4725-8721-5781ECF1D5EB}" dt="2025-10-18T01:37:40.558" v="2542" actId="478"/>
          <ac:picMkLst>
            <pc:docMk/>
            <pc:sldMk cId="1804693617" sldId="275"/>
            <ac:picMk id="10" creationId="{88B17E50-A32F-D6A4-CA14-9BF1EF05D48C}"/>
          </ac:picMkLst>
        </pc:picChg>
        <pc:picChg chg="add mod">
          <ac:chgData name="Shunyu Yao" userId="e1b83ceab3267f38" providerId="LiveId" clId="{BE223232-48C7-4725-8721-5781ECF1D5EB}" dt="2025-10-18T01:38:01.726" v="2545" actId="1076"/>
          <ac:picMkLst>
            <pc:docMk/>
            <pc:sldMk cId="1804693617" sldId="275"/>
            <ac:picMk id="14" creationId="{76D7730B-16E4-3061-E7D9-78358C00B714}"/>
          </ac:picMkLst>
        </pc:picChg>
      </pc:sldChg>
      <pc:sldChg chg="addSp delSp modSp new mod">
        <pc:chgData name="Shunyu Yao" userId="e1b83ceab3267f38" providerId="LiveId" clId="{BE223232-48C7-4725-8721-5781ECF1D5EB}" dt="2025-10-18T01:41:47.086" v="2564" actId="1076"/>
        <pc:sldMkLst>
          <pc:docMk/>
          <pc:sldMk cId="3343878328" sldId="276"/>
        </pc:sldMkLst>
        <pc:spChg chg="mod">
          <ac:chgData name="Shunyu Yao" userId="e1b83ceab3267f38" providerId="LiveId" clId="{BE223232-48C7-4725-8721-5781ECF1D5EB}" dt="2025-10-18T01:40:50.370" v="2558" actId="20577"/>
          <ac:spMkLst>
            <pc:docMk/>
            <pc:sldMk cId="3343878328" sldId="276"/>
            <ac:spMk id="2" creationId="{D67F152E-6A6C-0646-B5BA-95A9B615C150}"/>
          </ac:spMkLst>
        </pc:spChg>
        <pc:spChg chg="del">
          <ac:chgData name="Shunyu Yao" userId="e1b83ceab3267f38" providerId="LiveId" clId="{BE223232-48C7-4725-8721-5781ECF1D5EB}" dt="2025-10-18T01:41:17.604" v="2559" actId="22"/>
          <ac:spMkLst>
            <pc:docMk/>
            <pc:sldMk cId="3343878328" sldId="276"/>
            <ac:spMk id="3" creationId="{B3524D68-0AFD-160A-FDAB-0577B646BC1B}"/>
          </ac:spMkLst>
        </pc:spChg>
        <pc:picChg chg="add mod ord">
          <ac:chgData name="Shunyu Yao" userId="e1b83ceab3267f38" providerId="LiveId" clId="{BE223232-48C7-4725-8721-5781ECF1D5EB}" dt="2025-10-18T01:41:23.094" v="2560" actId="1076"/>
          <ac:picMkLst>
            <pc:docMk/>
            <pc:sldMk cId="3343878328" sldId="276"/>
            <ac:picMk id="6" creationId="{99BC54FA-921C-EDD9-D8C5-AA0F455C5263}"/>
          </ac:picMkLst>
        </pc:picChg>
        <pc:picChg chg="add mod">
          <ac:chgData name="Shunyu Yao" userId="e1b83ceab3267f38" providerId="LiveId" clId="{BE223232-48C7-4725-8721-5781ECF1D5EB}" dt="2025-10-18T01:41:47.086" v="2564" actId="1076"/>
          <ac:picMkLst>
            <pc:docMk/>
            <pc:sldMk cId="3343878328" sldId="276"/>
            <ac:picMk id="8" creationId="{04623966-45E8-5E78-7941-C2F647BBF3B5}"/>
          </ac:picMkLst>
        </pc:picChg>
      </pc:sldChg>
      <pc:sldChg chg="modSp new mod">
        <pc:chgData name="Shunyu Yao" userId="e1b83ceab3267f38" providerId="LiveId" clId="{BE223232-48C7-4725-8721-5781ECF1D5EB}" dt="2025-10-18T01:53:53.967" v="2930" actId="20577"/>
        <pc:sldMkLst>
          <pc:docMk/>
          <pc:sldMk cId="3042953452" sldId="277"/>
        </pc:sldMkLst>
        <pc:spChg chg="mod">
          <ac:chgData name="Shunyu Yao" userId="e1b83ceab3267f38" providerId="LiveId" clId="{BE223232-48C7-4725-8721-5781ECF1D5EB}" dt="2025-10-18T01:44:07.828" v="2590" actId="20577"/>
          <ac:spMkLst>
            <pc:docMk/>
            <pc:sldMk cId="3042953452" sldId="277"/>
            <ac:spMk id="2" creationId="{33CF7844-6951-CFD0-71F6-6F1FBA74182D}"/>
          </ac:spMkLst>
        </pc:spChg>
        <pc:spChg chg="mod">
          <ac:chgData name="Shunyu Yao" userId="e1b83ceab3267f38" providerId="LiveId" clId="{BE223232-48C7-4725-8721-5781ECF1D5EB}" dt="2025-10-18T01:53:53.967" v="2930" actId="20577"/>
          <ac:spMkLst>
            <pc:docMk/>
            <pc:sldMk cId="3042953452" sldId="277"/>
            <ac:spMk id="3" creationId="{48FA8B36-0A7E-D365-004E-776889D11438}"/>
          </ac:spMkLst>
        </pc:spChg>
      </pc:sldChg>
      <pc:sldChg chg="addSp delSp modSp del mod">
        <pc:chgData name="Shunyu Yao" userId="e1b83ceab3267f38" providerId="LiveId" clId="{BE223232-48C7-4725-8721-5781ECF1D5EB}" dt="2025-10-18T00:30:35.016" v="1689" actId="47"/>
        <pc:sldMkLst>
          <pc:docMk/>
          <pc:sldMk cId="2680102062" sldId="293"/>
        </pc:sldMkLst>
      </pc:sldChg>
      <pc:sldChg chg="addSp delSp modSp del mod">
        <pc:chgData name="Shunyu Yao" userId="e1b83ceab3267f38" providerId="LiveId" clId="{BE223232-48C7-4725-8721-5781ECF1D5EB}" dt="2025-10-15T18:05:50.140" v="1200" actId="47"/>
        <pc:sldMkLst>
          <pc:docMk/>
          <pc:sldMk cId="4127991123" sldId="294"/>
        </pc:sldMkLst>
      </pc:sldChg>
      <pc:sldChg chg="del">
        <pc:chgData name="Shunyu Yao" userId="e1b83ceab3267f38" providerId="LiveId" clId="{BE223232-48C7-4725-8721-5781ECF1D5EB}" dt="2025-10-18T00:30:33.396" v="1687" actId="47"/>
        <pc:sldMkLst>
          <pc:docMk/>
          <pc:sldMk cId="3300082533" sldId="295"/>
        </pc:sldMkLst>
      </pc:sldChg>
      <pc:sldChg chg="del">
        <pc:chgData name="Shunyu Yao" userId="e1b83ceab3267f38" providerId="LiveId" clId="{BE223232-48C7-4725-8721-5781ECF1D5EB}" dt="2025-10-02T04:51:51.703" v="124" actId="47"/>
        <pc:sldMkLst>
          <pc:docMk/>
          <pc:sldMk cId="1759055231" sldId="300"/>
        </pc:sldMkLst>
      </pc:sldChg>
      <pc:sldChg chg="del">
        <pc:chgData name="Shunyu Yao" userId="e1b83ceab3267f38" providerId="LiveId" clId="{BE223232-48C7-4725-8721-5781ECF1D5EB}" dt="2025-10-02T04:51:52.630" v="125" actId="47"/>
        <pc:sldMkLst>
          <pc:docMk/>
          <pc:sldMk cId="685072520" sldId="302"/>
        </pc:sldMkLst>
      </pc:sldChg>
      <pc:sldChg chg="addSp delSp modSp new del mod">
        <pc:chgData name="Shunyu Yao" userId="e1b83ceab3267f38" providerId="LiveId" clId="{BE223232-48C7-4725-8721-5781ECF1D5EB}" dt="2025-10-18T00:30:29.854" v="1683" actId="47"/>
        <pc:sldMkLst>
          <pc:docMk/>
          <pc:sldMk cId="1913881741" sldId="303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2608064073" sldId="303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1767523669" sldId="304"/>
        </pc:sldMkLst>
      </pc:sldChg>
      <pc:sldChg chg="addSp delSp modSp new del mod">
        <pc:chgData name="Shunyu Yao" userId="e1b83ceab3267f38" providerId="LiveId" clId="{BE223232-48C7-4725-8721-5781ECF1D5EB}" dt="2025-10-18T00:30:32.633" v="1686" actId="47"/>
        <pc:sldMkLst>
          <pc:docMk/>
          <pc:sldMk cId="2906244937" sldId="304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3373966607" sldId="305"/>
        </pc:sldMkLst>
      </pc:sldChg>
      <pc:sldChg chg="addSp delSp modSp new del mod ord">
        <pc:chgData name="Shunyu Yao" userId="e1b83ceab3267f38" providerId="LiveId" clId="{BE223232-48C7-4725-8721-5781ECF1D5EB}" dt="2025-10-18T00:30:31.072" v="1684" actId="47"/>
        <pc:sldMkLst>
          <pc:docMk/>
          <pc:sldMk cId="3672010777" sldId="305"/>
        </pc:sldMkLst>
      </pc:sldChg>
      <pc:sldChg chg="addSp delSp modSp new del mod">
        <pc:chgData name="Shunyu Yao" userId="e1b83ceab3267f38" providerId="LiveId" clId="{BE223232-48C7-4725-8721-5781ECF1D5EB}" dt="2025-10-02T04:55:36.398" v="130" actId="47"/>
        <pc:sldMkLst>
          <pc:docMk/>
          <pc:sldMk cId="1604374284" sldId="306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2611906676" sldId="306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821199821" sldId="307"/>
        </pc:sldMkLst>
      </pc:sldChg>
      <pc:sldChg chg="addSp delSp modSp new del mod">
        <pc:chgData name="Shunyu Yao" userId="e1b83ceab3267f38" providerId="LiveId" clId="{BE223232-48C7-4725-8721-5781ECF1D5EB}" dt="2025-10-15T18:29:18.347" v="1249" actId="47"/>
        <pc:sldMkLst>
          <pc:docMk/>
          <pc:sldMk cId="3324135502" sldId="307"/>
        </pc:sldMkLst>
      </pc:sldChg>
      <pc:sldChg chg="addSp delSp modSp new del mod">
        <pc:chgData name="Shunyu Yao" userId="e1b83ceab3267f38" providerId="LiveId" clId="{BE223232-48C7-4725-8721-5781ECF1D5EB}" dt="2025-10-18T00:30:28.941" v="1682" actId="47"/>
        <pc:sldMkLst>
          <pc:docMk/>
          <pc:sldMk cId="920099596" sldId="308"/>
        </pc:sldMkLst>
      </pc:sldChg>
      <pc:sldChg chg="new del">
        <pc:chgData name="Shunyu Yao" userId="e1b83ceab3267f38" providerId="LiveId" clId="{BE223232-48C7-4725-8721-5781ECF1D5EB}" dt="2025-10-02T04:57:54.377" v="183" actId="47"/>
        <pc:sldMkLst>
          <pc:docMk/>
          <pc:sldMk cId="4283959670" sldId="308"/>
        </pc:sldMkLst>
      </pc:sldChg>
      <pc:sldChg chg="addSp delSp modSp new del mod">
        <pc:chgData name="Shunyu Yao" userId="e1b83ceab3267f38" providerId="LiveId" clId="{BE223232-48C7-4725-8721-5781ECF1D5EB}" dt="2025-10-18T00:30:33.919" v="1688" actId="47"/>
        <pc:sldMkLst>
          <pc:docMk/>
          <pc:sldMk cId="1917259312" sldId="309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3216143756" sldId="309"/>
        </pc:sldMkLst>
      </pc:sldChg>
      <pc:sldChg chg="addSp delSp modSp new del mod">
        <pc:chgData name="Shunyu Yao" userId="e1b83ceab3267f38" providerId="LiveId" clId="{BE223232-48C7-4725-8721-5781ECF1D5EB}" dt="2025-10-18T00:30:31.933" v="1685" actId="47"/>
        <pc:sldMkLst>
          <pc:docMk/>
          <pc:sldMk cId="929643776" sldId="310"/>
        </pc:sldMkLst>
      </pc:sldChg>
      <pc:sldChg chg="addSp delSp modSp new del mod">
        <pc:chgData name="Shunyu Yao" userId="e1b83ceab3267f38" providerId="LiveId" clId="{BE223232-48C7-4725-8721-5781ECF1D5EB}" dt="2025-10-15T17:37:49.482" v="499" actId="47"/>
        <pc:sldMkLst>
          <pc:docMk/>
          <pc:sldMk cId="1571879439" sldId="310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3838040140" sldId="310"/>
        </pc:sldMkLst>
      </pc:sldChg>
      <pc:sldChg chg="addSp delSp modSp new mod">
        <pc:chgData name="Shunyu Yao" userId="e1b83ceab3267f38" providerId="LiveId" clId="{BE223232-48C7-4725-8721-5781ECF1D5EB}" dt="2025-10-15T18:29:48.247" v="1253" actId="478"/>
        <pc:sldMkLst>
          <pc:docMk/>
          <pc:sldMk cId="1851960987" sldId="311"/>
        </pc:sldMkLst>
      </pc:sldChg>
      <pc:sldChg chg="new del">
        <pc:chgData name="Shunyu Yao" userId="e1b83ceab3267f38" providerId="LiveId" clId="{BE223232-48C7-4725-8721-5781ECF1D5EB}" dt="2025-10-15T17:48:19.194" v="930" actId="47"/>
        <pc:sldMkLst>
          <pc:docMk/>
          <pc:sldMk cId="2015505438" sldId="311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2880295543" sldId="311"/>
        </pc:sldMkLst>
      </pc:sldChg>
      <pc:sldChg chg="modSp new del mod">
        <pc:chgData name="Shunyu Yao" userId="e1b83ceab3267f38" providerId="LiveId" clId="{BE223232-48C7-4725-8721-5781ECF1D5EB}" dt="2025-10-16T02:01:48.173" v="1359" actId="47"/>
        <pc:sldMkLst>
          <pc:docMk/>
          <pc:sldMk cId="935813396" sldId="312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1754843199" sldId="312"/>
        </pc:sldMkLst>
      </pc:sldChg>
      <pc:sldChg chg="new">
        <pc:chgData name="Shunyu Yao" userId="e1b83ceab3267f38" providerId="LiveId" clId="{BE223232-48C7-4725-8721-5781ECF1D5EB}" dt="2025-10-16T01:43:34.593" v="1256" actId="680"/>
        <pc:sldMkLst>
          <pc:docMk/>
          <pc:sldMk cId="4185725537" sldId="313"/>
        </pc:sldMkLst>
      </pc:sldChg>
      <pc:sldChg chg="new del">
        <pc:chgData name="Shunyu Yao" userId="e1b83ceab3267f38" providerId="LiveId" clId="{BE223232-48C7-4725-8721-5781ECF1D5EB}" dt="2025-10-18T00:30:36.335" v="1690" actId="47"/>
        <pc:sldMkLst>
          <pc:docMk/>
          <pc:sldMk cId="1699556008" sldId="314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3294830810" sldId="314"/>
        </pc:sldMkLst>
      </pc:sldChg>
      <pc:sldChg chg="new del">
        <pc:chgData name="Shunyu Yao" userId="e1b83ceab3267f38" providerId="LiveId" clId="{BE223232-48C7-4725-8721-5781ECF1D5EB}" dt="2025-10-18T00:30:27.518" v="1681" actId="47"/>
        <pc:sldMkLst>
          <pc:docMk/>
          <pc:sldMk cId="1953134878" sldId="315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1103537353" sldId="603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2780684690" sldId="604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589543900" sldId="605"/>
        </pc:sldMkLst>
      </pc:sldChg>
      <pc:sldChg chg="del">
        <pc:chgData name="Shunyu Yao" userId="e1b83ceab3267f38" providerId="LiveId" clId="{BE223232-48C7-4725-8721-5781ECF1D5EB}" dt="2025-10-02T04:48:10.110" v="0" actId="47"/>
        <pc:sldMkLst>
          <pc:docMk/>
          <pc:sldMk cId="88521356" sldId="606"/>
        </pc:sldMkLst>
      </pc:sldChg>
      <pc:sldMasterChg chg="del delSldLayout">
        <pc:chgData name="Shunyu Yao" userId="e1b83ceab3267f38" providerId="LiveId" clId="{BE223232-48C7-4725-8721-5781ECF1D5EB}" dt="2025-10-02T04:48:10.110" v="0" actId="47"/>
        <pc:sldMasterMkLst>
          <pc:docMk/>
          <pc:sldMasterMk cId="3820232815" sldId="2147483660"/>
        </pc:sldMasterMkLst>
        <pc:sldLayoutChg chg="del">
          <pc:chgData name="Shunyu Yao" userId="e1b83ceab3267f38" providerId="LiveId" clId="{BE223232-48C7-4725-8721-5781ECF1D5EB}" dt="2025-10-02T04:48:10.110" v="0" actId="47"/>
          <pc:sldLayoutMkLst>
            <pc:docMk/>
            <pc:sldMasterMk cId="3820232815" sldId="2147483660"/>
            <pc:sldLayoutMk cId="3727250116" sldId="2147483661"/>
          </pc:sldLayoutMkLst>
        </pc:sldLayoutChg>
        <pc:sldLayoutChg chg="del">
          <pc:chgData name="Shunyu Yao" userId="e1b83ceab3267f38" providerId="LiveId" clId="{BE223232-48C7-4725-8721-5781ECF1D5EB}" dt="2025-10-02T04:48:10.110" v="0" actId="47"/>
          <pc:sldLayoutMkLst>
            <pc:docMk/>
            <pc:sldMasterMk cId="3820232815" sldId="2147483660"/>
            <pc:sldLayoutMk cId="1149679784" sldId="2147483662"/>
          </pc:sldLayoutMkLst>
        </pc:sldLayoutChg>
        <pc:sldLayoutChg chg="del">
          <pc:chgData name="Shunyu Yao" userId="e1b83ceab3267f38" providerId="LiveId" clId="{BE223232-48C7-4725-8721-5781ECF1D5EB}" dt="2025-10-02T04:48:10.110" v="0" actId="47"/>
          <pc:sldLayoutMkLst>
            <pc:docMk/>
            <pc:sldMasterMk cId="3820232815" sldId="2147483660"/>
            <pc:sldLayoutMk cId="1434767325" sldId="2147483663"/>
          </pc:sldLayoutMkLst>
        </pc:sldLayoutChg>
        <pc:sldLayoutChg chg="del">
          <pc:chgData name="Shunyu Yao" userId="e1b83ceab3267f38" providerId="LiveId" clId="{BE223232-48C7-4725-8721-5781ECF1D5EB}" dt="2025-10-02T04:48:10.110" v="0" actId="47"/>
          <pc:sldLayoutMkLst>
            <pc:docMk/>
            <pc:sldMasterMk cId="3820232815" sldId="2147483660"/>
            <pc:sldLayoutMk cId="2452623071" sldId="2147483664"/>
          </pc:sldLayoutMkLst>
        </pc:sldLayoutChg>
        <pc:sldLayoutChg chg="del">
          <pc:chgData name="Shunyu Yao" userId="e1b83ceab3267f38" providerId="LiveId" clId="{BE223232-48C7-4725-8721-5781ECF1D5EB}" dt="2025-10-02T04:48:10.110" v="0" actId="47"/>
          <pc:sldLayoutMkLst>
            <pc:docMk/>
            <pc:sldMasterMk cId="3820232815" sldId="2147483660"/>
            <pc:sldLayoutMk cId="740651202" sldId="2147483665"/>
          </pc:sldLayoutMkLst>
        </pc:sldLayoutChg>
      </pc:sldMasterChg>
    </pc:docChg>
  </pc:docChgLst>
  <pc:docChgLst>
    <pc:chgData name="Shunyu Yao" userId="e1b83ceab3267f38" providerId="LiveId" clId="{87A88102-9192-4FB9-BD9A-30858B3F7691}"/>
    <pc:docChg chg="undo custSel addSld delSld modSld sldOrd">
      <pc:chgData name="Shunyu Yao" userId="e1b83ceab3267f38" providerId="LiveId" clId="{87A88102-9192-4FB9-BD9A-30858B3F7691}" dt="2025-07-02T10:41:17.542" v="983"/>
      <pc:docMkLst>
        <pc:docMk/>
      </pc:docMkLst>
      <pc:sldChg chg="modSp mod">
        <pc:chgData name="Shunyu Yao" userId="e1b83ceab3267f38" providerId="LiveId" clId="{87A88102-9192-4FB9-BD9A-30858B3F7691}" dt="2025-06-18T09:28:38.159" v="0"/>
        <pc:sldMkLst>
          <pc:docMk/>
          <pc:sldMk cId="4287200556" sldId="256"/>
        </pc:sldMkLst>
      </pc:sldChg>
      <pc:sldChg chg="modSp mod">
        <pc:chgData name="Shunyu Yao" userId="e1b83ceab3267f38" providerId="LiveId" clId="{87A88102-9192-4FB9-BD9A-30858B3F7691}" dt="2025-06-18T09:29:40.506" v="50" actId="20577"/>
        <pc:sldMkLst>
          <pc:docMk/>
          <pc:sldMk cId="3658403087" sldId="257"/>
        </pc:sldMkLst>
      </pc:sldChg>
      <pc:sldChg chg="modSp mod modShow">
        <pc:chgData name="Shunyu Yao" userId="e1b83ceab3267f38" providerId="LiveId" clId="{87A88102-9192-4FB9-BD9A-30858B3F7691}" dt="2025-06-19T05:49:07.069" v="375" actId="729"/>
        <pc:sldMkLst>
          <pc:docMk/>
          <pc:sldMk cId="2967372780" sldId="258"/>
        </pc:sldMkLst>
      </pc:sldChg>
      <pc:sldChg chg="modSp mod">
        <pc:chgData name="Shunyu Yao" userId="e1b83ceab3267f38" providerId="LiveId" clId="{87A88102-9192-4FB9-BD9A-30858B3F7691}" dt="2025-06-18T09:31:29.715" v="60" actId="20577"/>
        <pc:sldMkLst>
          <pc:docMk/>
          <pc:sldMk cId="172541546" sldId="259"/>
        </pc:sldMkLst>
      </pc:sldChg>
      <pc:sldChg chg="modSp mod">
        <pc:chgData name="Shunyu Yao" userId="e1b83ceab3267f38" providerId="LiveId" clId="{87A88102-9192-4FB9-BD9A-30858B3F7691}" dt="2025-06-18T09:32:32.694" v="68"/>
        <pc:sldMkLst>
          <pc:docMk/>
          <pc:sldMk cId="2298612505" sldId="261"/>
        </pc:sldMkLst>
      </pc:sldChg>
      <pc:sldChg chg="del">
        <pc:chgData name="Shunyu Yao" userId="e1b83ceab3267f38" providerId="LiveId" clId="{87A88102-9192-4FB9-BD9A-30858B3F7691}" dt="2025-06-18T09:32:47.761" v="69" actId="47"/>
        <pc:sldMkLst>
          <pc:docMk/>
          <pc:sldMk cId="2785551442" sldId="262"/>
        </pc:sldMkLst>
      </pc:sldChg>
      <pc:sldChg chg="del">
        <pc:chgData name="Shunyu Yao" userId="e1b83ceab3267f38" providerId="LiveId" clId="{87A88102-9192-4FB9-BD9A-30858B3F7691}" dt="2025-06-18T09:32:51.663" v="72" actId="47"/>
        <pc:sldMkLst>
          <pc:docMk/>
          <pc:sldMk cId="3246939468" sldId="263"/>
        </pc:sldMkLst>
      </pc:sldChg>
      <pc:sldChg chg="del">
        <pc:chgData name="Shunyu Yao" userId="e1b83ceab3267f38" providerId="LiveId" clId="{87A88102-9192-4FB9-BD9A-30858B3F7691}" dt="2025-06-18T09:32:50.585" v="71" actId="47"/>
        <pc:sldMkLst>
          <pc:docMk/>
          <pc:sldMk cId="4172628545" sldId="264"/>
        </pc:sldMkLst>
      </pc:sldChg>
      <pc:sldChg chg="del">
        <pc:chgData name="Shunyu Yao" userId="e1b83ceab3267f38" providerId="LiveId" clId="{87A88102-9192-4FB9-BD9A-30858B3F7691}" dt="2025-06-18T09:32:48.999" v="70" actId="47"/>
        <pc:sldMkLst>
          <pc:docMk/>
          <pc:sldMk cId="3150114179" sldId="266"/>
        </pc:sldMkLst>
      </pc:sldChg>
      <pc:sldChg chg="modSp mod">
        <pc:chgData name="Shunyu Yao" userId="e1b83ceab3267f38" providerId="LiveId" clId="{87A88102-9192-4FB9-BD9A-30858B3F7691}" dt="2025-06-18T09:32:09.022" v="65"/>
        <pc:sldMkLst>
          <pc:docMk/>
          <pc:sldMk cId="1405259859" sldId="268"/>
        </pc:sldMkLst>
      </pc:sldChg>
      <pc:sldChg chg="modSp mod modShow">
        <pc:chgData name="Shunyu Yao" userId="e1b83ceab3267f38" providerId="LiveId" clId="{87A88102-9192-4FB9-BD9A-30858B3F7691}" dt="2025-06-19T05:49:09.275" v="376" actId="729"/>
        <pc:sldMkLst>
          <pc:docMk/>
          <pc:sldMk cId="668495488" sldId="269"/>
        </pc:sldMkLst>
      </pc:sldChg>
      <pc:sldChg chg="del">
        <pc:chgData name="Shunyu Yao" userId="e1b83ceab3267f38" providerId="LiveId" clId="{87A88102-9192-4FB9-BD9A-30858B3F7691}" dt="2025-06-18T09:31:34.965" v="61" actId="47"/>
        <pc:sldMkLst>
          <pc:docMk/>
          <pc:sldMk cId="3142065074" sldId="270"/>
        </pc:sldMkLst>
      </pc:sldChg>
      <pc:sldChg chg="modSp mod">
        <pc:chgData name="Shunyu Yao" userId="e1b83ceab3267f38" providerId="LiveId" clId="{87A88102-9192-4FB9-BD9A-30858B3F7691}" dt="2025-06-18T09:32:30.934" v="67"/>
        <pc:sldMkLst>
          <pc:docMk/>
          <pc:sldMk cId="1692539689" sldId="271"/>
        </pc:sldMkLst>
      </pc:sldChg>
      <pc:sldChg chg="modSp new del mod">
        <pc:chgData name="Shunyu Yao" userId="e1b83ceab3267f38" providerId="LiveId" clId="{87A88102-9192-4FB9-BD9A-30858B3F7691}" dt="2025-06-18T09:47:02.360" v="207" actId="47"/>
        <pc:sldMkLst>
          <pc:docMk/>
          <pc:sldMk cId="1829482391" sldId="272"/>
        </pc:sldMkLst>
      </pc:sldChg>
      <pc:sldChg chg="modSp del mod">
        <pc:chgData name="Shunyu Yao" userId="e1b83ceab3267f38" providerId="LiveId" clId="{87A88102-9192-4FB9-BD9A-30858B3F7691}" dt="2025-06-18T09:32:10.680" v="66" actId="47"/>
        <pc:sldMkLst>
          <pc:docMk/>
          <pc:sldMk cId="3368233987" sldId="272"/>
        </pc:sldMkLst>
      </pc:sldChg>
      <pc:sldChg chg="addSp delSp modSp new mod">
        <pc:chgData name="Shunyu Yao" userId="e1b83ceab3267f38" providerId="LiveId" clId="{87A88102-9192-4FB9-BD9A-30858B3F7691}" dt="2025-06-18T09:37:14.329" v="90" actId="22"/>
        <pc:sldMkLst>
          <pc:docMk/>
          <pc:sldMk cId="2325468957" sldId="273"/>
        </pc:sldMkLst>
      </pc:sldChg>
      <pc:sldChg chg="add del">
        <pc:chgData name="Shunyu Yao" userId="e1b83ceab3267f38" providerId="LiveId" clId="{87A88102-9192-4FB9-BD9A-30858B3F7691}" dt="2025-06-18T09:37:24.708" v="93"/>
        <pc:sldMkLst>
          <pc:docMk/>
          <pc:sldMk cId="2998454987" sldId="274"/>
        </pc:sldMkLst>
      </pc:sldChg>
      <pc:sldChg chg="add del">
        <pc:chgData name="Shunyu Yao" userId="e1b83ceab3267f38" providerId="LiveId" clId="{87A88102-9192-4FB9-BD9A-30858B3F7691}" dt="2025-06-18T09:37:59.749" v="94" actId="47"/>
        <pc:sldMkLst>
          <pc:docMk/>
          <pc:sldMk cId="1090470344" sldId="279"/>
        </pc:sldMkLst>
      </pc:sldChg>
      <pc:sldChg chg="add del">
        <pc:chgData name="Shunyu Yao" userId="e1b83ceab3267f38" providerId="LiveId" clId="{87A88102-9192-4FB9-BD9A-30858B3F7691}" dt="2025-06-18T09:37:24.708" v="93"/>
        <pc:sldMkLst>
          <pc:docMk/>
          <pc:sldMk cId="1098693126" sldId="280"/>
        </pc:sldMkLst>
      </pc:sldChg>
      <pc:sldChg chg="modSp add del mod">
        <pc:chgData name="Shunyu Yao" userId="e1b83ceab3267f38" providerId="LiveId" clId="{87A88102-9192-4FB9-BD9A-30858B3F7691}" dt="2025-06-18T09:52:51.242" v="258" actId="20577"/>
        <pc:sldMkLst>
          <pc:docMk/>
          <pc:sldMk cId="3145616724" sldId="281"/>
        </pc:sldMkLst>
      </pc:sldChg>
      <pc:sldChg chg="addSp delSp modSp add del mod modShow">
        <pc:chgData name="Shunyu Yao" userId="e1b83ceab3267f38" providerId="LiveId" clId="{87A88102-9192-4FB9-BD9A-30858B3F7691}" dt="2025-07-02T10:25:17.397" v="928" actId="729"/>
        <pc:sldMkLst>
          <pc:docMk/>
          <pc:sldMk cId="788007045" sldId="282"/>
        </pc:sldMkLst>
      </pc:sldChg>
      <pc:sldChg chg="modSp add del mod ord">
        <pc:chgData name="Shunyu Yao" userId="e1b83ceab3267f38" providerId="LiveId" clId="{87A88102-9192-4FB9-BD9A-30858B3F7691}" dt="2025-07-02T10:41:13.873" v="982" actId="47"/>
        <pc:sldMkLst>
          <pc:docMk/>
          <pc:sldMk cId="1352109231" sldId="284"/>
        </pc:sldMkLst>
      </pc:sldChg>
      <pc:sldChg chg="modSp add del mod">
        <pc:chgData name="Shunyu Yao" userId="e1b83ceab3267f38" providerId="LiveId" clId="{87A88102-9192-4FB9-BD9A-30858B3F7691}" dt="2025-06-18T09:38:10.133" v="95" actId="20577"/>
        <pc:sldMkLst>
          <pc:docMk/>
          <pc:sldMk cId="830662708" sldId="286"/>
        </pc:sldMkLst>
      </pc:sldChg>
      <pc:sldChg chg="add del">
        <pc:chgData name="Shunyu Yao" userId="e1b83ceab3267f38" providerId="LiveId" clId="{87A88102-9192-4FB9-BD9A-30858B3F7691}" dt="2025-06-18T09:38:40.609" v="96" actId="47"/>
        <pc:sldMkLst>
          <pc:docMk/>
          <pc:sldMk cId="906041385" sldId="287"/>
        </pc:sldMkLst>
      </pc:sldChg>
      <pc:sldChg chg="add del">
        <pc:chgData name="Shunyu Yao" userId="e1b83ceab3267f38" providerId="LiveId" clId="{87A88102-9192-4FB9-BD9A-30858B3F7691}" dt="2025-06-18T09:37:24.708" v="93"/>
        <pc:sldMkLst>
          <pc:docMk/>
          <pc:sldMk cId="73284147" sldId="288"/>
        </pc:sldMkLst>
      </pc:sldChg>
      <pc:sldChg chg="add del ord">
        <pc:chgData name="Shunyu Yao" userId="e1b83ceab3267f38" providerId="LiveId" clId="{87A88102-9192-4FB9-BD9A-30858B3F7691}" dt="2025-06-19T05:56:03.564" v="378"/>
        <pc:sldMkLst>
          <pc:docMk/>
          <pc:sldMk cId="4166360238" sldId="289"/>
        </pc:sldMkLst>
      </pc:sldChg>
      <pc:sldChg chg="addSp delSp modSp new del mod">
        <pc:chgData name="Shunyu Yao" userId="e1b83ceab3267f38" providerId="LiveId" clId="{87A88102-9192-4FB9-BD9A-30858B3F7691}" dt="2025-07-01T15:33:55.416" v="416" actId="47"/>
        <pc:sldMkLst>
          <pc:docMk/>
          <pc:sldMk cId="2374857554" sldId="290"/>
        </pc:sldMkLst>
      </pc:sldChg>
      <pc:sldChg chg="new del">
        <pc:chgData name="Shunyu Yao" userId="e1b83ceab3267f38" providerId="LiveId" clId="{87A88102-9192-4FB9-BD9A-30858B3F7691}" dt="2025-06-18T19:31:07.019" v="357" actId="47"/>
        <pc:sldMkLst>
          <pc:docMk/>
          <pc:sldMk cId="2105313464" sldId="291"/>
        </pc:sldMkLst>
      </pc:sldChg>
      <pc:sldChg chg="addSp delSp modSp new mod">
        <pc:chgData name="Shunyu Yao" userId="e1b83ceab3267f38" providerId="LiveId" clId="{87A88102-9192-4FB9-BD9A-30858B3F7691}" dt="2025-07-01T15:34:53.476" v="431" actId="554"/>
        <pc:sldMkLst>
          <pc:docMk/>
          <pc:sldMk cId="3350437105" sldId="291"/>
        </pc:sldMkLst>
      </pc:sldChg>
      <pc:sldChg chg="addSp delSp modSp new mod">
        <pc:chgData name="Shunyu Yao" userId="e1b83ceab3267f38" providerId="LiveId" clId="{87A88102-9192-4FB9-BD9A-30858B3F7691}" dt="2025-07-02T05:59:37.572" v="871" actId="1076"/>
        <pc:sldMkLst>
          <pc:docMk/>
          <pc:sldMk cId="1701716766" sldId="292"/>
        </pc:sldMkLst>
      </pc:sldChg>
      <pc:sldChg chg="addSp delSp modSp new mod">
        <pc:chgData name="Shunyu Yao" userId="e1b83ceab3267f38" providerId="LiveId" clId="{87A88102-9192-4FB9-BD9A-30858B3F7691}" dt="2025-07-01T15:36:46.778" v="451" actId="1076"/>
        <pc:sldMkLst>
          <pc:docMk/>
          <pc:sldMk cId="2680102062" sldId="293"/>
        </pc:sldMkLst>
      </pc:sldChg>
      <pc:sldChg chg="new del">
        <pc:chgData name="Shunyu Yao" userId="e1b83ceab3267f38" providerId="LiveId" clId="{87A88102-9192-4FB9-BD9A-30858B3F7691}" dt="2025-06-30T16:43:27.311" v="410" actId="47"/>
        <pc:sldMkLst>
          <pc:docMk/>
          <pc:sldMk cId="3367807356" sldId="294"/>
        </pc:sldMkLst>
      </pc:sldChg>
      <pc:sldChg chg="addSp delSp modSp new mod">
        <pc:chgData name="Shunyu Yao" userId="e1b83ceab3267f38" providerId="LiveId" clId="{87A88102-9192-4FB9-BD9A-30858B3F7691}" dt="2025-07-01T15:42:29.522" v="650" actId="20577"/>
        <pc:sldMkLst>
          <pc:docMk/>
          <pc:sldMk cId="4127991123" sldId="294"/>
        </pc:sldMkLst>
      </pc:sldChg>
      <pc:sldChg chg="modSp new mod">
        <pc:chgData name="Shunyu Yao" userId="e1b83ceab3267f38" providerId="LiveId" clId="{87A88102-9192-4FB9-BD9A-30858B3F7691}" dt="2025-07-01T15:48:46.289" v="709"/>
        <pc:sldMkLst>
          <pc:docMk/>
          <pc:sldMk cId="3300082533" sldId="295"/>
        </pc:sldMkLst>
      </pc:sldChg>
      <pc:sldChg chg="addSp modSp new mod">
        <pc:chgData name="Shunyu Yao" userId="e1b83ceab3267f38" providerId="LiveId" clId="{87A88102-9192-4FB9-BD9A-30858B3F7691}" dt="2025-07-02T05:58:41.046" v="814" actId="1076"/>
        <pc:sldMkLst>
          <pc:docMk/>
          <pc:sldMk cId="2578910560" sldId="296"/>
        </pc:sldMkLst>
      </pc:sldChg>
      <pc:sldChg chg="addSp modSp new mod">
        <pc:chgData name="Shunyu Yao" userId="e1b83ceab3267f38" providerId="LiveId" clId="{87A88102-9192-4FB9-BD9A-30858B3F7691}" dt="2025-07-02T06:01:23.541" v="890" actId="1076"/>
        <pc:sldMkLst>
          <pc:docMk/>
          <pc:sldMk cId="689266902" sldId="297"/>
        </pc:sldMkLst>
      </pc:sldChg>
      <pc:sldChg chg="addSp modSp new mod">
        <pc:chgData name="Shunyu Yao" userId="e1b83ceab3267f38" providerId="LiveId" clId="{87A88102-9192-4FB9-BD9A-30858B3F7691}" dt="2025-07-02T10:19:02.331" v="913" actId="1076"/>
        <pc:sldMkLst>
          <pc:docMk/>
          <pc:sldMk cId="2970025657" sldId="298"/>
        </pc:sldMkLst>
      </pc:sldChg>
      <pc:sldChg chg="modSp new del mod">
        <pc:chgData name="Shunyu Yao" userId="e1b83ceab3267f38" providerId="LiveId" clId="{87A88102-9192-4FB9-BD9A-30858B3F7691}" dt="2025-07-02T10:16:28.490" v="895" actId="47"/>
        <pc:sldMkLst>
          <pc:docMk/>
          <pc:sldMk cId="804334894" sldId="299"/>
        </pc:sldMkLst>
      </pc:sldChg>
      <pc:sldChg chg="addSp modSp new mod">
        <pc:chgData name="Shunyu Yao" userId="e1b83ceab3267f38" providerId="LiveId" clId="{87A88102-9192-4FB9-BD9A-30858B3F7691}" dt="2025-07-02T10:20:41.804" v="926" actId="1076"/>
        <pc:sldMkLst>
          <pc:docMk/>
          <pc:sldMk cId="1622058348" sldId="299"/>
        </pc:sldMkLst>
      </pc:sldChg>
      <pc:sldChg chg="modSp new mod">
        <pc:chgData name="Shunyu Yao" userId="e1b83ceab3267f38" providerId="LiveId" clId="{87A88102-9192-4FB9-BD9A-30858B3F7691}" dt="2025-07-02T10:41:17.542" v="983"/>
        <pc:sldMkLst>
          <pc:docMk/>
          <pc:sldMk cId="1759055231" sldId="300"/>
        </pc:sldMkLst>
      </pc:sldChg>
    </pc:docChg>
  </pc:docChgLst>
  <pc:docChgLst>
    <pc:chgData name="Shunyu Yao" userId="e1b83ceab3267f38" providerId="LiveId" clId="{583BBEBF-CDC3-47DD-BA78-077AB0831299}"/>
    <pc:docChg chg="undo custSel addSld delSld modSld sldOrd">
      <pc:chgData name="Shunyu Yao" userId="e1b83ceab3267f38" providerId="LiveId" clId="{583BBEBF-CDC3-47DD-BA78-077AB0831299}" dt="2025-07-03T05:51:34.706" v="858" actId="20577"/>
      <pc:docMkLst>
        <pc:docMk/>
      </pc:docMkLst>
      <pc:sldChg chg="modSp mod">
        <pc:chgData name="Shunyu Yao" userId="e1b83ceab3267f38" providerId="LiveId" clId="{583BBEBF-CDC3-47DD-BA78-077AB0831299}" dt="2025-07-01T03:44:25.700" v="121" actId="20577"/>
        <pc:sldMkLst>
          <pc:docMk/>
          <pc:sldMk cId="1352109231" sldId="284"/>
        </pc:sldMkLst>
      </pc:sldChg>
      <pc:sldChg chg="modSp mod">
        <pc:chgData name="Shunyu Yao" userId="e1b83ceab3267f38" providerId="LiveId" clId="{583BBEBF-CDC3-47DD-BA78-077AB0831299}" dt="2025-07-01T03:45:31.672" v="126" actId="1076"/>
        <pc:sldMkLst>
          <pc:docMk/>
          <pc:sldMk cId="2374857554" sldId="290"/>
        </pc:sldMkLst>
      </pc:sldChg>
      <pc:sldChg chg="modSp mod">
        <pc:chgData name="Shunyu Yao" userId="e1b83ceab3267f38" providerId="LiveId" clId="{583BBEBF-CDC3-47DD-BA78-077AB0831299}" dt="2025-07-03T02:57:25.296" v="141" actId="20577"/>
        <pc:sldMkLst>
          <pc:docMk/>
          <pc:sldMk cId="3350437105" sldId="291"/>
        </pc:sldMkLst>
      </pc:sldChg>
      <pc:sldChg chg="modSp mod">
        <pc:chgData name="Shunyu Yao" userId="e1b83ceab3267f38" providerId="LiveId" clId="{583BBEBF-CDC3-47DD-BA78-077AB0831299}" dt="2025-07-03T02:57:38.878" v="148" actId="20577"/>
        <pc:sldMkLst>
          <pc:docMk/>
          <pc:sldMk cId="1701716766" sldId="292"/>
        </pc:sldMkLst>
      </pc:sldChg>
      <pc:sldChg chg="modSp mod">
        <pc:chgData name="Shunyu Yao" userId="e1b83ceab3267f38" providerId="LiveId" clId="{583BBEBF-CDC3-47DD-BA78-077AB0831299}" dt="2025-07-01T03:46:04.268" v="130" actId="1076"/>
        <pc:sldMkLst>
          <pc:docMk/>
          <pc:sldMk cId="2680102062" sldId="293"/>
        </pc:sldMkLst>
      </pc:sldChg>
      <pc:sldChg chg="modSp mod">
        <pc:chgData name="Shunyu Yao" userId="e1b83ceab3267f38" providerId="LiveId" clId="{583BBEBF-CDC3-47DD-BA78-077AB0831299}" dt="2025-07-03T05:19:06.688" v="509" actId="1076"/>
        <pc:sldMkLst>
          <pc:docMk/>
          <pc:sldMk cId="2578910560" sldId="296"/>
        </pc:sldMkLst>
      </pc:sldChg>
      <pc:sldChg chg="modSp">
        <pc:chgData name="Shunyu Yao" userId="e1b83ceab3267f38" providerId="LiveId" clId="{583BBEBF-CDC3-47DD-BA78-077AB0831299}" dt="2025-07-03T05:15:05.692" v="488"/>
        <pc:sldMkLst>
          <pc:docMk/>
          <pc:sldMk cId="689266902" sldId="297"/>
        </pc:sldMkLst>
      </pc:sldChg>
      <pc:sldChg chg="modSp mod">
        <pc:chgData name="Shunyu Yao" userId="e1b83ceab3267f38" providerId="LiveId" clId="{583BBEBF-CDC3-47DD-BA78-077AB0831299}" dt="2025-07-03T05:18:58.375" v="507"/>
        <pc:sldMkLst>
          <pc:docMk/>
          <pc:sldMk cId="2970025657" sldId="298"/>
        </pc:sldMkLst>
      </pc:sldChg>
      <pc:sldChg chg="modSp mod">
        <pc:chgData name="Shunyu Yao" userId="e1b83ceab3267f38" providerId="LiveId" clId="{583BBEBF-CDC3-47DD-BA78-077AB0831299}" dt="2025-07-03T05:15:42.997" v="489"/>
        <pc:sldMkLst>
          <pc:docMk/>
          <pc:sldMk cId="1622058348" sldId="299"/>
        </pc:sldMkLst>
      </pc:sldChg>
      <pc:sldChg chg="modSp mod ord">
        <pc:chgData name="Shunyu Yao" userId="e1b83ceab3267f38" providerId="LiveId" clId="{583BBEBF-CDC3-47DD-BA78-077AB0831299}" dt="2025-07-03T05:13:17.753" v="484" actId="20577"/>
        <pc:sldMkLst>
          <pc:docMk/>
          <pc:sldMk cId="1759055231" sldId="300"/>
        </pc:sldMkLst>
      </pc:sldChg>
      <pc:sldChg chg="modSp new mod">
        <pc:chgData name="Shunyu Yao" userId="e1b83ceab3267f38" providerId="LiveId" clId="{583BBEBF-CDC3-47DD-BA78-077AB0831299}" dt="2025-07-03T03:03:19.009" v="464" actId="20577"/>
        <pc:sldMkLst>
          <pc:docMk/>
          <pc:sldMk cId="3190952961" sldId="301"/>
        </pc:sldMkLst>
      </pc:sldChg>
      <pc:sldChg chg="modSp new mod">
        <pc:chgData name="Shunyu Yao" userId="e1b83ceab3267f38" providerId="LiveId" clId="{583BBEBF-CDC3-47DD-BA78-077AB0831299}" dt="2025-07-03T05:51:34.706" v="858" actId="20577"/>
        <pc:sldMkLst>
          <pc:docMk/>
          <pc:sldMk cId="685072520" sldId="302"/>
        </pc:sldMkLst>
      </pc:sldChg>
      <pc:sldChg chg="new del">
        <pc:chgData name="Shunyu Yao" userId="e1b83ceab3267f38" providerId="LiveId" clId="{583BBEBF-CDC3-47DD-BA78-077AB0831299}" dt="2025-07-03T05:08:12.712" v="470" actId="2696"/>
        <pc:sldMkLst>
          <pc:docMk/>
          <pc:sldMk cId="1114908230" sldId="302"/>
        </pc:sldMkLst>
      </pc:sldChg>
      <pc:sldChg chg="modSp new add del mod">
        <pc:chgData name="Shunyu Yao" userId="e1b83ceab3267f38" providerId="LiveId" clId="{583BBEBF-CDC3-47DD-BA78-077AB0831299}" dt="2025-07-03T05:47:06.025" v="763" actId="47"/>
        <pc:sldMkLst>
          <pc:docMk/>
          <pc:sldMk cId="4202155742" sldId="302"/>
        </pc:sldMkLst>
      </pc:sldChg>
      <pc:sldChg chg="addSp delSp modSp new add del mod">
        <pc:chgData name="Shunyu Yao" userId="e1b83ceab3267f38" providerId="LiveId" clId="{583BBEBF-CDC3-47DD-BA78-077AB0831299}" dt="2025-07-03T05:46:58.328" v="758" actId="680"/>
        <pc:sldMkLst>
          <pc:docMk/>
          <pc:sldMk cId="989710201" sldId="303"/>
        </pc:sldMkLst>
      </pc:sldChg>
      <pc:sldChg chg="new add del">
        <pc:chgData name="Shunyu Yao" userId="e1b83ceab3267f38" providerId="LiveId" clId="{583BBEBF-CDC3-47DD-BA78-077AB0831299}" dt="2025-07-03T05:46:56.199" v="756" actId="680"/>
        <pc:sldMkLst>
          <pc:docMk/>
          <pc:sldMk cId="76479679" sldId="304"/>
        </pc:sldMkLst>
      </pc:sldChg>
    </pc:docChg>
  </pc:docChgLst>
  <pc:docChgLst>
    <pc:chgData name="Shunyu Yao" userId="e1b83ceab3267f38" providerId="LiveId" clId="{FD722C5C-F0AD-4D8D-9310-E9E3CAB21A62}"/>
    <pc:docChg chg="delSld modSld">
      <pc:chgData name="Shunyu Yao" userId="e1b83ceab3267f38" providerId="LiveId" clId="{FD722C5C-F0AD-4D8D-9310-E9E3CAB21A62}" dt="2025-10-16T04:58:23.612" v="115" actId="20577"/>
      <pc:docMkLst>
        <pc:docMk/>
      </pc:docMkLst>
      <pc:sldChg chg="modSp mod">
        <pc:chgData name="Shunyu Yao" userId="e1b83ceab3267f38" providerId="LiveId" clId="{FD722C5C-F0AD-4D8D-9310-E9E3CAB21A62}" dt="2025-10-16T04:49:35.495" v="12" actId="20577"/>
        <pc:sldMkLst>
          <pc:docMk/>
          <pc:sldMk cId="3658403087" sldId="257"/>
        </pc:sldMkLst>
      </pc:sldChg>
      <pc:sldChg chg="del">
        <pc:chgData name="Shunyu Yao" userId="e1b83ceab3267f38" providerId="LiveId" clId="{FD722C5C-F0AD-4D8D-9310-E9E3CAB21A62}" dt="2025-10-16T04:56:35.556" v="19" actId="47"/>
        <pc:sldMkLst>
          <pc:docMk/>
          <pc:sldMk cId="1851960987" sldId="311"/>
        </pc:sldMkLst>
      </pc:sldChg>
      <pc:sldChg chg="del">
        <pc:chgData name="Shunyu Yao" userId="e1b83ceab3267f38" providerId="LiveId" clId="{FD722C5C-F0AD-4D8D-9310-E9E3CAB21A62}" dt="2025-10-16T04:49:20.803" v="9" actId="47"/>
        <pc:sldMkLst>
          <pc:docMk/>
          <pc:sldMk cId="4185725537" sldId="313"/>
        </pc:sldMkLst>
      </pc:sldChg>
      <pc:sldChg chg="modSp mod">
        <pc:chgData name="Shunyu Yao" userId="e1b83ceab3267f38" providerId="LiveId" clId="{FD722C5C-F0AD-4D8D-9310-E9E3CAB21A62}" dt="2025-10-16T04:58:23.612" v="115" actId="20577"/>
        <pc:sldMkLst>
          <pc:docMk/>
          <pc:sldMk cId="1699556008" sldId="314"/>
        </pc:sldMkLst>
      </pc:sldChg>
    </pc:docChg>
  </pc:docChgLst>
  <pc:docChgLst>
    <pc:chgData name="Shunyu Yao" userId="e1b83ceab3267f38" providerId="LiveId" clId="{6AB9FB2F-0A74-4401-8C4B-0B3C40394665}"/>
    <pc:docChg chg="addSld delSld modSld">
      <pc:chgData name="Shunyu Yao" userId="e1b83ceab3267f38" providerId="LiveId" clId="{6AB9FB2F-0A74-4401-8C4B-0B3C40394665}" dt="2025-08-21T04:20:09.210" v="1881" actId="20577"/>
      <pc:docMkLst>
        <pc:docMk/>
      </pc:docMkLst>
      <pc:sldChg chg="modSp mod">
        <pc:chgData name="Shunyu Yao" userId="e1b83ceab3267f38" providerId="LiveId" clId="{6AB9FB2F-0A74-4401-8C4B-0B3C40394665}" dt="2025-08-20T13:03:54.758" v="1513" actId="1076"/>
        <pc:sldMkLst>
          <pc:docMk/>
          <pc:sldMk cId="2608064073" sldId="303"/>
        </pc:sldMkLst>
      </pc:sldChg>
      <pc:sldChg chg="mod modShow">
        <pc:chgData name="Shunyu Yao" userId="e1b83ceab3267f38" providerId="LiveId" clId="{6AB9FB2F-0A74-4401-8C4B-0B3C40394665}" dt="2025-08-14T00:45:00.691" v="0" actId="729"/>
        <pc:sldMkLst>
          <pc:docMk/>
          <pc:sldMk cId="1767523669" sldId="304"/>
        </pc:sldMkLst>
      </pc:sldChg>
      <pc:sldChg chg="mod modShow">
        <pc:chgData name="Shunyu Yao" userId="e1b83ceab3267f38" providerId="LiveId" clId="{6AB9FB2F-0A74-4401-8C4B-0B3C40394665}" dt="2025-08-14T00:45:00.691" v="0" actId="729"/>
        <pc:sldMkLst>
          <pc:docMk/>
          <pc:sldMk cId="3373966607" sldId="305"/>
        </pc:sldMkLst>
      </pc:sldChg>
      <pc:sldChg chg="mod modShow">
        <pc:chgData name="Shunyu Yao" userId="e1b83ceab3267f38" providerId="LiveId" clId="{6AB9FB2F-0A74-4401-8C4B-0B3C40394665}" dt="2025-08-14T00:45:00.691" v="0" actId="729"/>
        <pc:sldMkLst>
          <pc:docMk/>
          <pc:sldMk cId="2611906676" sldId="306"/>
        </pc:sldMkLst>
      </pc:sldChg>
      <pc:sldChg chg="modSp mod">
        <pc:chgData name="Shunyu Yao" userId="e1b83ceab3267f38" providerId="LiveId" clId="{6AB9FB2F-0A74-4401-8C4B-0B3C40394665}" dt="2025-08-21T04:20:09.210" v="1881" actId="20577"/>
        <pc:sldMkLst>
          <pc:docMk/>
          <pc:sldMk cId="821199821" sldId="307"/>
        </pc:sldMkLst>
      </pc:sldChg>
      <pc:sldChg chg="addSp modSp new del mod">
        <pc:chgData name="Shunyu Yao" userId="e1b83ceab3267f38" providerId="LiveId" clId="{6AB9FB2F-0A74-4401-8C4B-0B3C40394665}" dt="2025-08-21T04:19:36.319" v="1851" actId="47"/>
        <pc:sldMkLst>
          <pc:docMk/>
          <pc:sldMk cId="1822325283" sldId="308"/>
        </pc:sldMkLst>
      </pc:sldChg>
      <pc:sldChg chg="addSp modSp new mod modShow">
        <pc:chgData name="Shunyu Yao" userId="e1b83ceab3267f38" providerId="LiveId" clId="{6AB9FB2F-0A74-4401-8C4B-0B3C40394665}" dt="2025-08-14T03:13:30.321" v="320" actId="729"/>
        <pc:sldMkLst>
          <pc:docMk/>
          <pc:sldMk cId="3216143756" sldId="309"/>
        </pc:sldMkLst>
      </pc:sldChg>
      <pc:sldChg chg="addSp modSp add mod modShow">
        <pc:chgData name="Shunyu Yao" userId="e1b83ceab3267f38" providerId="LiveId" clId="{6AB9FB2F-0A74-4401-8C4B-0B3C40394665}" dt="2025-08-21T04:19:46.542" v="1852" actId="729"/>
        <pc:sldMkLst>
          <pc:docMk/>
          <pc:sldMk cId="3838040140" sldId="310"/>
        </pc:sldMkLst>
      </pc:sldChg>
      <pc:sldChg chg="modSp add mod modShow">
        <pc:chgData name="Shunyu Yao" userId="e1b83ceab3267f38" providerId="LiveId" clId="{6AB9FB2F-0A74-4401-8C4B-0B3C40394665}" dt="2025-08-21T04:19:46.542" v="1852" actId="729"/>
        <pc:sldMkLst>
          <pc:docMk/>
          <pc:sldMk cId="2880295543" sldId="311"/>
        </pc:sldMkLst>
      </pc:sldChg>
      <pc:sldChg chg="modSp add mod modShow">
        <pc:chgData name="Shunyu Yao" userId="e1b83ceab3267f38" providerId="LiveId" clId="{6AB9FB2F-0A74-4401-8C4B-0B3C40394665}" dt="2025-08-21T04:19:46.542" v="1852" actId="729"/>
        <pc:sldMkLst>
          <pc:docMk/>
          <pc:sldMk cId="1754843199" sldId="312"/>
        </pc:sldMkLst>
      </pc:sldChg>
      <pc:sldChg chg="modSp new del">
        <pc:chgData name="Shunyu Yao" userId="e1b83ceab3267f38" providerId="LiveId" clId="{6AB9FB2F-0A74-4401-8C4B-0B3C40394665}" dt="2025-08-20T13:34:44.824" v="1517" actId="47"/>
        <pc:sldMkLst>
          <pc:docMk/>
          <pc:sldMk cId="957864774" sldId="313"/>
        </pc:sldMkLst>
      </pc:sldChg>
      <pc:sldChg chg="add del">
        <pc:chgData name="Shunyu Yao" userId="e1b83ceab3267f38" providerId="LiveId" clId="{6AB9FB2F-0A74-4401-8C4B-0B3C40394665}" dt="2025-08-14T05:11:42.234" v="545" actId="47"/>
        <pc:sldMkLst>
          <pc:docMk/>
          <pc:sldMk cId="3528452257" sldId="313"/>
        </pc:sldMkLst>
      </pc:sldChg>
      <pc:sldChg chg="add mod modShow">
        <pc:chgData name="Shunyu Yao" userId="e1b83ceab3267f38" providerId="LiveId" clId="{6AB9FB2F-0A74-4401-8C4B-0B3C40394665}" dt="2025-08-21T04:19:46.542" v="1852" actId="729"/>
        <pc:sldMkLst>
          <pc:docMk/>
          <pc:sldMk cId="3294830810" sldId="314"/>
        </pc:sldMkLst>
      </pc:sldChg>
      <pc:sldChg chg="add del">
        <pc:chgData name="Shunyu Yao" userId="e1b83ceab3267f38" providerId="LiveId" clId="{6AB9FB2F-0A74-4401-8C4B-0B3C40394665}" dt="2025-08-21T04:18:53.050" v="1849"/>
        <pc:sldMkLst>
          <pc:docMk/>
          <pc:sldMk cId="1103537353" sldId="603"/>
        </pc:sldMkLst>
      </pc:sldChg>
      <pc:sldChg chg="add del setBg">
        <pc:chgData name="Shunyu Yao" userId="e1b83ceab3267f38" providerId="LiveId" clId="{6AB9FB2F-0A74-4401-8C4B-0B3C40394665}" dt="2025-08-21T04:18:53.050" v="1849"/>
        <pc:sldMkLst>
          <pc:docMk/>
          <pc:sldMk cId="2780684690" sldId="604"/>
        </pc:sldMkLst>
      </pc:sldChg>
      <pc:sldChg chg="add del">
        <pc:chgData name="Shunyu Yao" userId="e1b83ceab3267f38" providerId="LiveId" clId="{6AB9FB2F-0A74-4401-8C4B-0B3C40394665}" dt="2025-08-21T04:18:53.050" v="1849"/>
        <pc:sldMkLst>
          <pc:docMk/>
          <pc:sldMk cId="589543900" sldId="605"/>
        </pc:sldMkLst>
      </pc:sldChg>
      <pc:sldChg chg="add">
        <pc:chgData name="Shunyu Yao" userId="e1b83ceab3267f38" providerId="LiveId" clId="{6AB9FB2F-0A74-4401-8C4B-0B3C40394665}" dt="2025-08-21T04:19:10.636" v="1850"/>
        <pc:sldMkLst>
          <pc:docMk/>
          <pc:sldMk cId="88521356" sldId="606"/>
        </pc:sldMkLst>
      </pc:sldChg>
    </pc:docChg>
  </pc:docChgLst>
  <pc:docChgLst>
    <pc:chgData name="Shunyu Yao" userId="e1b83ceab3267f38" providerId="LiveId" clId="{BB8EC370-6FCC-4C10-9C39-3253DC1E758A}"/>
    <pc:docChg chg="undo custSel addSld delSld modSld">
      <pc:chgData name="Shunyu Yao" userId="e1b83ceab3267f38" providerId="LiveId" clId="{BB8EC370-6FCC-4C10-9C39-3253DC1E758A}" dt="2025-11-24T07:39:44.379" v="556" actId="20577"/>
      <pc:docMkLst>
        <pc:docMk/>
      </pc:docMkLst>
      <pc:sldChg chg="add del">
        <pc:chgData name="Shunyu Yao" userId="e1b83ceab3267f38" providerId="LiveId" clId="{BB8EC370-6FCC-4C10-9C39-3253DC1E758A}" dt="2025-11-24T05:34:28.442" v="2"/>
        <pc:sldMkLst>
          <pc:docMk/>
          <pc:sldMk cId="4287200556" sldId="256"/>
        </pc:sldMkLst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3658403087" sldId="257"/>
        </pc:sldMkLst>
      </pc:sldChg>
      <pc:sldChg chg="add del">
        <pc:chgData name="Shunyu Yao" userId="e1b83ceab3267f38" providerId="LiveId" clId="{BB8EC370-6FCC-4C10-9C39-3253DC1E758A}" dt="2025-11-24T05:34:28.442" v="2"/>
        <pc:sldMkLst>
          <pc:docMk/>
          <pc:sldMk cId="1018615088" sldId="267"/>
        </pc:sldMkLst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2148603078" sldId="268"/>
        </pc:sldMkLst>
      </pc:sldChg>
      <pc:sldChg chg="modSp add mod">
        <pc:chgData name="Shunyu Yao" userId="e1b83ceab3267f38" providerId="LiveId" clId="{BB8EC370-6FCC-4C10-9C39-3253DC1E758A}" dt="2025-11-24T07:38:58.797" v="544"/>
        <pc:sldMkLst>
          <pc:docMk/>
          <pc:sldMk cId="376057938" sldId="269"/>
        </pc:sldMkLst>
        <pc:spChg chg="mod">
          <ac:chgData name="Shunyu Yao" userId="e1b83ceab3267f38" providerId="LiveId" clId="{BB8EC370-6FCC-4C10-9C39-3253DC1E758A}" dt="2025-11-24T07:38:58.797" v="544"/>
          <ac:spMkLst>
            <pc:docMk/>
            <pc:sldMk cId="376057938" sldId="269"/>
            <ac:spMk id="3" creationId="{15A3BE2B-1477-4CF7-858B-B4223868E3DD}"/>
          </ac:spMkLst>
        </pc:spChg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3566758158" sldId="269"/>
        </pc:sldMkLst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577744717" sldId="270"/>
        </pc:sldMkLst>
      </pc:sldChg>
      <pc:sldChg chg="modSp add mod">
        <pc:chgData name="Shunyu Yao" userId="e1b83ceab3267f38" providerId="LiveId" clId="{BB8EC370-6FCC-4C10-9C39-3253DC1E758A}" dt="2025-11-24T07:34:25.994" v="269" actId="20577"/>
        <pc:sldMkLst>
          <pc:docMk/>
          <pc:sldMk cId="2231450978" sldId="270"/>
        </pc:sldMkLst>
        <pc:spChg chg="mod">
          <ac:chgData name="Shunyu Yao" userId="e1b83ceab3267f38" providerId="LiveId" clId="{BB8EC370-6FCC-4C10-9C39-3253DC1E758A}" dt="2025-11-24T07:34:25.994" v="269" actId="20577"/>
          <ac:spMkLst>
            <pc:docMk/>
            <pc:sldMk cId="2231450978" sldId="270"/>
            <ac:spMk id="3" creationId="{5B0A9FCD-A038-46AD-BDAF-5FA7CACE81B2}"/>
          </ac:spMkLst>
        </pc:spChg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1060718420" sldId="271"/>
        </pc:sldMkLst>
      </pc:sldChg>
      <pc:sldChg chg="modSp add mod">
        <pc:chgData name="Shunyu Yao" userId="e1b83ceab3267f38" providerId="LiveId" clId="{BB8EC370-6FCC-4C10-9C39-3253DC1E758A}" dt="2025-11-24T07:35:48.650" v="357" actId="20577"/>
        <pc:sldMkLst>
          <pc:docMk/>
          <pc:sldMk cId="2166064711" sldId="271"/>
        </pc:sldMkLst>
        <pc:spChg chg="mod">
          <ac:chgData name="Shunyu Yao" userId="e1b83ceab3267f38" providerId="LiveId" clId="{BB8EC370-6FCC-4C10-9C39-3253DC1E758A}" dt="2025-11-24T07:35:48.650" v="357" actId="20577"/>
          <ac:spMkLst>
            <pc:docMk/>
            <pc:sldMk cId="2166064711" sldId="271"/>
            <ac:spMk id="3" creationId="{880CEBEF-EC82-41D6-BD63-4391B7CF6722}"/>
          </ac:spMkLst>
        </pc:spChg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1399241259" sldId="272"/>
        </pc:sldMkLst>
      </pc:sldChg>
      <pc:sldChg chg="addSp delSp modSp add mod">
        <pc:chgData name="Shunyu Yao" userId="e1b83ceab3267f38" providerId="LiveId" clId="{BB8EC370-6FCC-4C10-9C39-3253DC1E758A}" dt="2025-11-24T07:32:28.801" v="163" actId="478"/>
        <pc:sldMkLst>
          <pc:docMk/>
          <pc:sldMk cId="1582872440" sldId="273"/>
        </pc:sldMkLst>
        <pc:spChg chg="mod">
          <ac:chgData name="Shunyu Yao" userId="e1b83ceab3267f38" providerId="LiveId" clId="{BB8EC370-6FCC-4C10-9C39-3253DC1E758A}" dt="2025-11-24T07:30:04.387" v="125" actId="20577"/>
          <ac:spMkLst>
            <pc:docMk/>
            <pc:sldMk cId="1582872440" sldId="273"/>
            <ac:spMk id="3" creationId="{A1246988-C431-416E-A127-D9094FA64C90}"/>
          </ac:spMkLst>
        </pc:spChg>
        <pc:spChg chg="add del mod">
          <ac:chgData name="Shunyu Yao" userId="e1b83ceab3267f38" providerId="LiveId" clId="{BB8EC370-6FCC-4C10-9C39-3253DC1E758A}" dt="2025-11-24T07:32:08.170" v="143" actId="478"/>
          <ac:spMkLst>
            <pc:docMk/>
            <pc:sldMk cId="1582872440" sldId="273"/>
            <ac:spMk id="5" creationId="{B980DDCF-0FE4-4F33-8D1E-33412C8AD660}"/>
          </ac:spMkLst>
        </pc:spChg>
        <pc:spChg chg="add del mod">
          <ac:chgData name="Shunyu Yao" userId="e1b83ceab3267f38" providerId="LiveId" clId="{BB8EC370-6FCC-4C10-9C39-3253DC1E758A}" dt="2025-11-24T07:32:28.801" v="163" actId="478"/>
          <ac:spMkLst>
            <pc:docMk/>
            <pc:sldMk cId="1582872440" sldId="273"/>
            <ac:spMk id="6" creationId="{D51F2B24-C852-45EF-B7F9-EC18FA8EFA70}"/>
          </ac:spMkLst>
        </pc:spChg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2063254809" sldId="273"/>
        </pc:sldMkLst>
      </pc:sldChg>
      <pc:sldChg chg="modSp new mod">
        <pc:chgData name="Shunyu Yao" userId="e1b83ceab3267f38" providerId="LiveId" clId="{BB8EC370-6FCC-4C10-9C39-3253DC1E758A}" dt="2025-11-24T07:39:44.379" v="556" actId="20577"/>
        <pc:sldMkLst>
          <pc:docMk/>
          <pc:sldMk cId="601473336" sldId="274"/>
        </pc:sldMkLst>
        <pc:spChg chg="mod">
          <ac:chgData name="Shunyu Yao" userId="e1b83ceab3267f38" providerId="LiveId" clId="{BB8EC370-6FCC-4C10-9C39-3253DC1E758A}" dt="2025-11-24T07:36:20.029" v="366" actId="20577"/>
          <ac:spMkLst>
            <pc:docMk/>
            <pc:sldMk cId="601473336" sldId="274"/>
            <ac:spMk id="2" creationId="{587D65A5-F5E4-4EA5-B25F-03FA124ABC64}"/>
          </ac:spMkLst>
        </pc:spChg>
        <pc:spChg chg="mod">
          <ac:chgData name="Shunyu Yao" userId="e1b83ceab3267f38" providerId="LiveId" clId="{BB8EC370-6FCC-4C10-9C39-3253DC1E758A}" dt="2025-11-24T07:39:44.379" v="556" actId="20577"/>
          <ac:spMkLst>
            <pc:docMk/>
            <pc:sldMk cId="601473336" sldId="274"/>
            <ac:spMk id="3" creationId="{B4F89149-D334-4153-A244-ADB97764F080}"/>
          </ac:spMkLst>
        </pc:spChg>
      </pc:sldChg>
      <pc:sldChg chg="modSp new del mod">
        <pc:chgData name="Shunyu Yao" userId="e1b83ceab3267f38" providerId="LiveId" clId="{BB8EC370-6FCC-4C10-9C39-3253DC1E758A}" dt="2025-11-24T07:34:33.589" v="270" actId="47"/>
        <pc:sldMkLst>
          <pc:docMk/>
          <pc:sldMk cId="1937475406" sldId="274"/>
        </pc:sldMkLst>
        <pc:spChg chg="mod">
          <ac:chgData name="Shunyu Yao" userId="e1b83ceab3267f38" providerId="LiveId" clId="{BB8EC370-6FCC-4C10-9C39-3253DC1E758A}" dt="2025-11-24T07:31:54.307" v="140" actId="14100"/>
          <ac:spMkLst>
            <pc:docMk/>
            <pc:sldMk cId="1937475406" sldId="274"/>
            <ac:spMk id="3" creationId="{B0BBE97E-1BD1-400C-B221-247A58E50F97}"/>
          </ac:spMkLst>
        </pc:spChg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3279245687" sldId="274"/>
        </pc:sldMkLst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1804693617" sldId="275"/>
        </pc:sldMkLst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3343878328" sldId="276"/>
        </pc:sldMkLst>
      </pc:sldChg>
      <pc:sldChg chg="del">
        <pc:chgData name="Shunyu Yao" userId="e1b83ceab3267f38" providerId="LiveId" clId="{BB8EC370-6FCC-4C10-9C39-3253DC1E758A}" dt="2025-11-24T05:34:18.693" v="0" actId="47"/>
        <pc:sldMkLst>
          <pc:docMk/>
          <pc:sldMk cId="3042953452" sldId="277"/>
        </pc:sldMkLst>
      </pc:sldChg>
    </pc:docChg>
  </pc:docChgLst>
  <pc:docChgLst>
    <pc:chgData name="Shunyu Yao" userId="e1b83ceab3267f38" providerId="LiveId" clId="{650FA46D-04D3-49AE-AE3E-48116144E161}"/>
    <pc:docChg chg="undo custSel addSld delSld modSld">
      <pc:chgData name="Shunyu Yao" userId="e1b83ceab3267f38" providerId="LiveId" clId="{650FA46D-04D3-49AE-AE3E-48116144E161}" dt="2025-03-03T01:59:42.012" v="555" actId="20577"/>
      <pc:docMkLst>
        <pc:docMk/>
      </pc:docMkLst>
      <pc:sldChg chg="del">
        <pc:chgData name="Shunyu Yao" userId="e1b83ceab3267f38" providerId="LiveId" clId="{650FA46D-04D3-49AE-AE3E-48116144E161}" dt="2025-03-03T01:55:13.862" v="471" actId="2696"/>
        <pc:sldMkLst>
          <pc:docMk/>
          <pc:sldMk cId="1020244052" sldId="260"/>
        </pc:sldMkLst>
      </pc:sldChg>
      <pc:sldChg chg="addSp delSp modSp mod">
        <pc:chgData name="Shunyu Yao" userId="e1b83ceab3267f38" providerId="LiveId" clId="{650FA46D-04D3-49AE-AE3E-48116144E161}" dt="2025-03-03T01:55:22.698" v="473"/>
        <pc:sldMkLst>
          <pc:docMk/>
          <pc:sldMk cId="1405259859" sldId="268"/>
        </pc:sldMkLst>
      </pc:sldChg>
      <pc:sldChg chg="addSp delSp modSp mod">
        <pc:chgData name="Shunyu Yao" userId="e1b83ceab3267f38" providerId="LiveId" clId="{650FA46D-04D3-49AE-AE3E-48116144E161}" dt="2025-03-03T01:59:42.012" v="555" actId="20577"/>
        <pc:sldMkLst>
          <pc:docMk/>
          <pc:sldMk cId="1692539689" sldId="271"/>
        </pc:sldMkLst>
      </pc:sldChg>
      <pc:sldChg chg="addSp delSp modSp new mod">
        <pc:chgData name="Shunyu Yao" userId="e1b83ceab3267f38" providerId="LiveId" clId="{650FA46D-04D3-49AE-AE3E-48116144E161}" dt="2025-03-03T01:54:42.514" v="470"/>
        <pc:sldMkLst>
          <pc:docMk/>
          <pc:sldMk cId="3368233987" sldId="2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602BB1-4022-2605-8A86-7F7918BD3A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1E6BF0-9DBA-AA08-4ABD-2A75A5EC19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67276-FB3C-401A-BAEE-7FB6CC01C68D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765AA3-C2EE-BE32-E911-B8227BC54B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23327A-988F-CD48-FCAC-46F44F7B25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C4132-A4FB-4B96-AB1E-57BC0CDE96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08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EC658-554C-4B56-AE4A-0459900E440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67FD9-4190-41CB-9635-D1BC6BFC29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82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2243C-6AF8-031C-8693-C82470C8C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09DE8D-1697-4E11-2E9D-4BDB9EE08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3D36DE-1F9C-69F9-5A06-971ADAA8B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0F01D-8639-4975-8B99-E52CB4F458F4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75693-D520-513A-6204-A120170F8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669987-12E7-CC3E-A2F5-14592D82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D1C617-07D1-2594-8DB7-43BE61EEAE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123319" cy="126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3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54402A4-4012-C3A9-4B45-D31E1EFE7128}"/>
              </a:ext>
            </a:extLst>
          </p:cNvPr>
          <p:cNvSpPr/>
          <p:nvPr userDrawn="1"/>
        </p:nvSpPr>
        <p:spPr>
          <a:xfrm>
            <a:off x="0" y="6476637"/>
            <a:ext cx="12192000" cy="381363"/>
          </a:xfrm>
          <a:prstGeom prst="rect">
            <a:avLst/>
          </a:prstGeom>
          <a:solidFill>
            <a:srgbClr val="812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1A9A061-B456-B7FA-0001-652D5C15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B8C361-558E-3763-AF8C-DB14F7033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6DB061-C5D6-CB2B-14EA-4883C3D1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5217"/>
            <a:ext cx="2743200" cy="365125"/>
          </a:xfrm>
        </p:spPr>
        <p:txBody>
          <a:bodyPr/>
          <a:lstStyle/>
          <a:p>
            <a:fld id="{FE24AFFF-0118-4334-ADF6-A3B49DD9B2C0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F56C05-BA43-A5CC-3370-73594236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5E3886-BAB6-CEA9-CA81-9CA0A9D5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8F1F094-7331-29EF-5C8B-9AC53195C8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877" y="0"/>
            <a:ext cx="2069123" cy="132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4D669-02C8-EF2D-7538-82454DA7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0438BE-CB58-6E79-4A80-27325BE70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84B2A1-B070-C76D-78F2-2650D053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66AC8-3388-4796-812F-0E5886D4CA13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1999C5-F6F9-8D74-6246-187D7B1C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442053-27F2-462B-2F08-1A99EC61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73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E1AD9-BE30-831E-3505-1DE203CF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8E497-FAC9-D098-44D9-986316B7A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71DC66-24A2-23F8-A835-9C31AD0BA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A63844-5F1C-4177-8939-868C777D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C22A-31DE-41ED-B569-448B7308E436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01297E-7165-572A-B5D7-DAB5DBDB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E6C8BD-A98B-95F5-3D15-C8229D60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5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E5EE4-CDC8-53E4-C5F5-61B84CA13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2CD00F-3E46-1292-9D6B-4E28E01C6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84C622-C4EE-A8D1-F3B9-706D69EF6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6BEDD2-6232-377E-3408-7C8347CB3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8316EA-CF99-5B65-C3A0-2DA33A960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7CA20D-B1B1-B662-22A0-47DE0E9F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5EBF9-97E3-4A58-A84E-320B40FCEB99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5B3AF02-29ED-CA3F-BC6E-8334C369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D8E61F-F3E0-7E9B-1566-E74C2B6E9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05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65BCE-168F-F3D3-5630-187F43D8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3F4427-97D2-BEA3-54C2-E78F1C0B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BA0A8-E249-4CEF-8757-9E5A7B9706AE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106040-A218-1A1A-3D4B-B4DF18A3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4776EF-6342-0337-E3CE-8D3E55F7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76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C30385-B981-3D3F-9DBC-7D26BFE5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8BF50-E7C5-468A-8652-C85C9DED16F5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FA8455-B0D6-47FB-952E-7A7E5091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5527C0-23E0-A797-F123-372EC60F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67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17C5B-7356-062B-4AC6-2798EACF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4305C8-C046-4FAE-7883-BBE1ADD24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BC94A9-C755-13F8-FD1B-6DFE906C5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2ECCAB-071F-7156-50BF-AAE6EC044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1064A-3259-4438-A9A5-33DFE6BB786A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4C4FC5-76E9-B2E8-61A9-8F208309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01CB8-2EE4-45F3-D488-85B9B69F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1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3B7E6-D12D-7A5D-247E-193825835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57ADF2-A50C-707F-F6E3-8105A3381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D1FD34-AD6D-FC80-C9A2-7A38410CB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533DF3-8196-A367-9C57-AF6EFE81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9B286-9DD5-45A6-89D4-78BDB0B1D35F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2D47A4-8240-B40D-61C2-C72179EC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985826-69A0-FF44-E7CB-5F8DF088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37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B3D1B-FABE-CC1E-990B-29DF8FB44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2A3FA5-5CBE-781D-26FC-CA10D704A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DDB3B1-951B-6D10-38FB-CC83EDD32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1123E-401D-4F60-BFAC-4BBD759A658C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5AA313-CE9E-EE49-C096-7796600F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622EF0-7E22-C9E7-D6B1-796B8574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41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E3F815-50D2-0FA9-F7F4-EF5743500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87E941-14E0-6CA0-7054-651ABA686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DB90E-3D88-11C3-0DAF-8C1B58CF9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4ACE-83C1-40BF-AD5E-5E79354908DA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15B55-36D5-99D7-3E7F-57725CA7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8C2130-2562-FEA7-CEDE-7E26F863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90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3EFE5A-21F3-CD78-5810-2C80951B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8073DF-EC03-5447-F5D1-DCDA1D06C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9EC9F3-E5B7-8CA4-7A8F-C7A5C4A574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60377-CA8C-4344-8CD6-08D41F98CBCE}" type="datetime1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1EB474-01AC-58C1-A0BA-15ADE80CE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082EE0-54FA-8AFF-B606-433B249E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59EE8-1983-486B-AAF8-788550B9D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6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7971B-5C30-F14C-1285-FD2EF6F8D9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CVRPLIB framework: All in one</a:t>
            </a:r>
            <a:endParaRPr lang="zh-CN" alt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43BEF0-4B63-0487-46BD-F0F0C36AB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2025.11.24</a:t>
            </a:r>
          </a:p>
          <a:p>
            <a:r>
              <a:rPr lang="en-US" altLang="zh-CN" dirty="0"/>
              <a:t>Shunyu YAO</a:t>
            </a:r>
          </a:p>
          <a:p>
            <a:r>
              <a:rPr lang="en-US" altLang="zh-CN" dirty="0"/>
              <a:t>Supervisor: Prof. </a:t>
            </a:r>
            <a:r>
              <a:rPr lang="en-US" altLang="zh-CN" dirty="0" err="1"/>
              <a:t>Qingfu</a:t>
            </a:r>
            <a:r>
              <a:rPr lang="en-US" altLang="zh-CN" dirty="0"/>
              <a:t> Zhang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04C0A2-9B79-5BB0-4D46-2C9EAE33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200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53C0-2AAA-4B8F-88CC-00E01AF9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3BE2B-1477-4CF7-858B-B4223868E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SISR in python</a:t>
            </a:r>
          </a:p>
          <a:p>
            <a:pPr lvl="1"/>
            <a:r>
              <a:rPr lang="en-US" dirty="0"/>
              <a:t>SISR</a:t>
            </a:r>
            <a:endParaRPr lang="en-HK" dirty="0"/>
          </a:p>
          <a:p>
            <a:pPr lvl="1"/>
            <a:r>
              <a:rPr lang="en-HK" dirty="0"/>
              <a:t>main.py for all-in-one framework</a:t>
            </a:r>
          </a:p>
          <a:p>
            <a:pPr lvl="1"/>
            <a:r>
              <a:rPr lang="en-HK" dirty="0"/>
              <a:t>All algorithm-specific log .csv files and the shared .csv file</a:t>
            </a:r>
          </a:p>
          <a:p>
            <a:r>
              <a:rPr lang="en-US" dirty="0"/>
              <a:t>AILS2 in JAVA</a:t>
            </a:r>
          </a:p>
          <a:p>
            <a:r>
              <a:rPr lang="en-US" dirty="0"/>
              <a:t>FILO2 in C++</a:t>
            </a:r>
          </a:p>
          <a:p>
            <a:r>
              <a:rPr lang="en-US" dirty="0"/>
              <a:t>All these methods are modified from their official implements</a:t>
            </a:r>
          </a:p>
          <a:p>
            <a:pPr lvl="1"/>
            <a:r>
              <a:rPr lang="en-US" dirty="0"/>
              <a:t>Record all improved solutions in the </a:t>
            </a:r>
            <a:r>
              <a:rPr lang="en-HK" dirty="0"/>
              <a:t>algorithm-specific log .csv files </a:t>
            </a:r>
          </a:p>
          <a:p>
            <a:pPr lvl="1"/>
            <a:r>
              <a:rPr lang="en-HK" dirty="0"/>
              <a:t>Support inputting </a:t>
            </a:r>
            <a:r>
              <a:rPr lang="en-US" altLang="zh-CN" dirty="0"/>
              <a:t>initial solution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295AF-7BE5-4A8F-9967-54A7E0C7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5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2638-CDD5-42A8-AF64-11E43A480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6988-C431-416E-A127-D9094FA64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AILS2</a:t>
            </a:r>
          </a:p>
          <a:p>
            <a:pPr lvl="1"/>
            <a:r>
              <a:rPr lang="en-US" dirty="0"/>
              <a:t>JDK install </a:t>
            </a:r>
          </a:p>
          <a:p>
            <a:pPr lvl="1"/>
            <a:r>
              <a:rPr lang="en-US" dirty="0"/>
              <a:t>Install jar by maven pom.xml</a:t>
            </a:r>
          </a:p>
          <a:p>
            <a:pPr lvl="1"/>
            <a:r>
              <a:rPr lang="en-US" dirty="0"/>
              <a:t>Path to main AILSII.java</a:t>
            </a:r>
          </a:p>
          <a:p>
            <a:r>
              <a:rPr lang="en-US" dirty="0"/>
              <a:t>FILO2</a:t>
            </a:r>
          </a:p>
          <a:p>
            <a:pPr lvl="1"/>
            <a:r>
              <a:rPr lang="en-US" dirty="0"/>
              <a:t>C++ install </a:t>
            </a:r>
          </a:p>
          <a:p>
            <a:pPr lvl="1"/>
            <a:r>
              <a:rPr lang="en-US" dirty="0"/>
              <a:t>Build FILO2</a:t>
            </a:r>
          </a:p>
          <a:p>
            <a:pPr lvl="1"/>
            <a:r>
              <a:rPr lang="en-US" dirty="0"/>
              <a:t>Path to filo2.exe</a:t>
            </a:r>
          </a:p>
          <a:p>
            <a:r>
              <a:rPr lang="en-US" dirty="0"/>
              <a:t>SISR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R</a:t>
            </a:r>
            <a:r>
              <a:rPr lang="en-US" altLang="zh-CN" dirty="0"/>
              <a:t>equirements2.txt</a:t>
            </a:r>
            <a:endParaRPr lang="en-HK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19E55-88A4-4E41-8A79-94DD3154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872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7A30-D771-4238-A6D7-AAE86670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A9FCD-A038-46AD-BDAF-5FA7CACE8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0.   Change the all the path in main_for_all.py and set the running 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 instance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the shared .csv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 hyperparameters for each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all algorithm in multiprocessing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Check the shared .csv file and obtain the best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the hyperparameters and input the best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Stop and re-run the algorithms except the best solution generator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Go back to step 5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E3A35-F08F-49D2-A045-C6ABA5EC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450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42E1-BC88-4B81-BD6D-A5CB4832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CEBEF-EC82-41D6-BD63-4391B7CF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input for each algorithm:</a:t>
            </a:r>
          </a:p>
          <a:p>
            <a:pPr lvl="1"/>
            <a:r>
              <a:rPr lang="en-US" dirty="0"/>
              <a:t>Start time: match the running time for recording </a:t>
            </a:r>
          </a:p>
          <a:p>
            <a:pPr lvl="1"/>
            <a:r>
              <a:rPr lang="en-US" dirty="0"/>
              <a:t>Best solution: the initial solution in re-run algorithm</a:t>
            </a:r>
            <a:r>
              <a:rPr lang="en-HK" dirty="0"/>
              <a:t>s</a:t>
            </a:r>
          </a:p>
          <a:p>
            <a:pPr lvl="1"/>
            <a:r>
              <a:rPr lang="en-HK" dirty="0"/>
              <a:t>Shared csv: the path to the shared .csv file</a:t>
            </a:r>
          </a:p>
          <a:p>
            <a:pPr lvl="1"/>
            <a:r>
              <a:rPr lang="en-HK" dirty="0"/>
              <a:t>Log path: the path to the algorithm-specific log .csv file</a:t>
            </a:r>
          </a:p>
          <a:p>
            <a:r>
              <a:rPr lang="en-HK" dirty="0"/>
              <a:t>Output:</a:t>
            </a:r>
          </a:p>
          <a:p>
            <a:pPr lvl="1"/>
            <a:r>
              <a:rPr lang="en-HK" dirty="0"/>
              <a:t>The shared .csv file: algorithm, running time, distance, the best solution so far</a:t>
            </a:r>
          </a:p>
          <a:p>
            <a:pPr lvl="1"/>
            <a:r>
              <a:rPr lang="en-HK" dirty="0"/>
              <a:t>Algorithm-specific log .csv file: running time, distance, the best solution so far </a:t>
            </a:r>
          </a:p>
          <a:p>
            <a:pPr lvl="1"/>
            <a:r>
              <a:rPr lang="en-HK" dirty="0"/>
              <a:t>The solution storage is in a nested python list format.</a:t>
            </a:r>
          </a:p>
          <a:p>
            <a:pPr lvl="1"/>
            <a:endParaRPr lang="en-HK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82BBC-544F-456D-8330-A2C20485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06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65A5-F5E4-4EA5-B25F-03FA124A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89149-D334-4153-A244-ADB97764F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Run in Linux</a:t>
            </a:r>
          </a:p>
          <a:p>
            <a:r>
              <a:rPr lang="en-HK" dirty="0"/>
              <a:t>Synchronous strategy</a:t>
            </a:r>
          </a:p>
          <a:p>
            <a:r>
              <a:rPr lang="en-HK" dirty="0"/>
              <a:t>More </a:t>
            </a:r>
            <a:r>
              <a:rPr lang="en-HK"/>
              <a:t>methods integration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CA428-E0B3-4820-85FB-10F9BA5D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47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FB478-D0FE-9278-224D-A6282DA0E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F87B75-CC7D-F8A0-E1A3-74BF160C2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altLang="zh-CN"/>
              <a:t>Thanks!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F5E93F-6B78-2D45-05C9-959E746E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9EE8-1983-486B-AAF8-788550B9D5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615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 time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ll Times">
      <a:majorFont>
        <a:latin typeface="Times New Roman"/>
        <a:ea typeface="等线 Light"/>
        <a:cs typeface=""/>
      </a:majorFont>
      <a:minorFont>
        <a:latin typeface="Times New Roman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290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等线</vt:lpstr>
      <vt:lpstr>Arial</vt:lpstr>
      <vt:lpstr>Times New Roman</vt:lpstr>
      <vt:lpstr>Office 主题​​</vt:lpstr>
      <vt:lpstr>CVRPLIB framework: All in one</vt:lpstr>
      <vt:lpstr>Structure</vt:lpstr>
      <vt:lpstr>Environments</vt:lpstr>
      <vt:lpstr>Pipeline</vt:lpstr>
      <vt:lpstr>Details</vt:lpstr>
      <vt:lpstr>TODO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MEoH with hints</dc:title>
  <dc:creator>Shunyu Yao</dc:creator>
  <cp:lastModifiedBy>Shunyu Yao</cp:lastModifiedBy>
  <cp:revision>7</cp:revision>
  <dcterms:created xsi:type="dcterms:W3CDTF">2024-12-09T10:24:24Z</dcterms:created>
  <dcterms:modified xsi:type="dcterms:W3CDTF">2025-11-24T07:39:45Z</dcterms:modified>
</cp:coreProperties>
</file>